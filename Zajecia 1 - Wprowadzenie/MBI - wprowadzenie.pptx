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730CDB-C5B8-4582-A0EF-BC2B2A929581}" v="1" dt="2022-10-06T06:58:34.7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ub Rybacki" userId="71160f026d85cc38" providerId="LiveId" clId="{72730CDB-C5B8-4582-A0EF-BC2B2A929581}"/>
    <pc:docChg chg="undo custSel addSld delSld modSld">
      <pc:chgData name="Jakub Rybacki" userId="71160f026d85cc38" providerId="LiveId" clId="{72730CDB-C5B8-4582-A0EF-BC2B2A929581}" dt="2022-10-06T06:58:46.770" v="117" actId="20577"/>
      <pc:docMkLst>
        <pc:docMk/>
      </pc:docMkLst>
      <pc:sldChg chg="add del">
        <pc:chgData name="Jakub Rybacki" userId="71160f026d85cc38" providerId="LiveId" clId="{72730CDB-C5B8-4582-A0EF-BC2B2A929581}" dt="2022-10-06T06:55:15.521" v="4" actId="2696"/>
        <pc:sldMkLst>
          <pc:docMk/>
          <pc:sldMk cId="2134691450" sldId="256"/>
        </pc:sldMkLst>
      </pc:sldChg>
      <pc:sldChg chg="modSp mod">
        <pc:chgData name="Jakub Rybacki" userId="71160f026d85cc38" providerId="LiveId" clId="{72730CDB-C5B8-4582-A0EF-BC2B2A929581}" dt="2022-10-06T06:58:46.770" v="117" actId="20577"/>
        <pc:sldMkLst>
          <pc:docMk/>
          <pc:sldMk cId="2018378450" sldId="257"/>
        </pc:sldMkLst>
        <pc:spChg chg="mod">
          <ac:chgData name="Jakub Rybacki" userId="71160f026d85cc38" providerId="LiveId" clId="{72730CDB-C5B8-4582-A0EF-BC2B2A929581}" dt="2022-10-06T06:58:46.770" v="117" actId="20577"/>
          <ac:spMkLst>
            <pc:docMk/>
            <pc:sldMk cId="2018378450" sldId="257"/>
            <ac:spMk id="2" creationId="{4A28C608-B740-9549-B281-0E78674D3032}"/>
          </ac:spMkLst>
        </pc:spChg>
        <pc:spChg chg="mod">
          <ac:chgData name="Jakub Rybacki" userId="71160f026d85cc38" providerId="LiveId" clId="{72730CDB-C5B8-4582-A0EF-BC2B2A929581}" dt="2022-10-06T06:58:11.065" v="96" actId="20577"/>
          <ac:spMkLst>
            <pc:docMk/>
            <pc:sldMk cId="2018378450" sldId="257"/>
            <ac:spMk id="3" creationId="{ADA0DB0D-09DB-13C7-828B-39BCBDEAE226}"/>
          </ac:spMkLst>
        </pc:spChg>
      </pc:sldChg>
      <pc:sldChg chg="del">
        <pc:chgData name="Jakub Rybacki" userId="71160f026d85cc38" providerId="LiveId" clId="{72730CDB-C5B8-4582-A0EF-BC2B2A929581}" dt="2022-10-06T06:55:00.653" v="2" actId="47"/>
        <pc:sldMkLst>
          <pc:docMk/>
          <pc:sldMk cId="2312185921" sldId="258"/>
        </pc:sldMkLst>
      </pc:sldChg>
      <pc:sldChg chg="add del">
        <pc:chgData name="Jakub Rybacki" userId="71160f026d85cc38" providerId="LiveId" clId="{72730CDB-C5B8-4582-A0EF-BC2B2A929581}" dt="2022-10-06T06:55:00.653" v="2" actId="47"/>
        <pc:sldMkLst>
          <pc:docMk/>
          <pc:sldMk cId="1380136961" sldId="259"/>
        </pc:sldMkLst>
      </pc:sldChg>
    </pc:docChg>
  </pc:docChgLst>
  <pc:docChgLst>
    <pc:chgData name="Jakub Rybacki" userId="71160f026d85cc38" providerId="LiveId" clId="{61740084-140E-4662-8DB0-0FE7E8FAFA42}"/>
    <pc:docChg chg="custSel addSld modSld">
      <pc:chgData name="Jakub Rybacki" userId="71160f026d85cc38" providerId="LiveId" clId="{61740084-140E-4662-8DB0-0FE7E8FAFA42}" dt="2022-10-03T17:16:50.294" v="388" actId="20577"/>
      <pc:docMkLst>
        <pc:docMk/>
      </pc:docMkLst>
      <pc:sldChg chg="modSp mod">
        <pc:chgData name="Jakub Rybacki" userId="71160f026d85cc38" providerId="LiveId" clId="{61740084-140E-4662-8DB0-0FE7E8FAFA42}" dt="2022-10-03T17:13:51.339" v="55" actId="20577"/>
        <pc:sldMkLst>
          <pc:docMk/>
          <pc:sldMk cId="2018378450" sldId="257"/>
        </pc:sldMkLst>
        <pc:spChg chg="mod">
          <ac:chgData name="Jakub Rybacki" userId="71160f026d85cc38" providerId="LiveId" clId="{61740084-140E-4662-8DB0-0FE7E8FAFA42}" dt="2022-10-03T17:13:51.339" v="55" actId="20577"/>
          <ac:spMkLst>
            <pc:docMk/>
            <pc:sldMk cId="2018378450" sldId="257"/>
            <ac:spMk id="3" creationId="{ADA0DB0D-09DB-13C7-828B-39BCBDEAE226}"/>
          </ac:spMkLst>
        </pc:spChg>
      </pc:sldChg>
      <pc:sldChg chg="modSp new mod">
        <pc:chgData name="Jakub Rybacki" userId="71160f026d85cc38" providerId="LiveId" clId="{61740084-140E-4662-8DB0-0FE7E8FAFA42}" dt="2022-10-03T17:16:50.294" v="388" actId="20577"/>
        <pc:sldMkLst>
          <pc:docMk/>
          <pc:sldMk cId="1380136961" sldId="259"/>
        </pc:sldMkLst>
        <pc:spChg chg="mod">
          <ac:chgData name="Jakub Rybacki" userId="71160f026d85cc38" providerId="LiveId" clId="{61740084-140E-4662-8DB0-0FE7E8FAFA42}" dt="2022-10-03T17:16:32.888" v="352" actId="20577"/>
          <ac:spMkLst>
            <pc:docMk/>
            <pc:sldMk cId="1380136961" sldId="259"/>
            <ac:spMk id="2" creationId="{4B553582-BAE1-BD31-5A08-D45DAC7C4000}"/>
          </ac:spMkLst>
        </pc:spChg>
        <pc:spChg chg="mod">
          <ac:chgData name="Jakub Rybacki" userId="71160f026d85cc38" providerId="LiveId" clId="{61740084-140E-4662-8DB0-0FE7E8FAFA42}" dt="2022-10-03T17:16:50.294" v="388" actId="20577"/>
          <ac:spMkLst>
            <pc:docMk/>
            <pc:sldMk cId="1380136961" sldId="259"/>
            <ac:spMk id="3" creationId="{E49DF4D9-A245-31B6-4ABC-DA5DB30E335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C0586-6D0F-4B07-B8DC-5E6C8B150066}" type="datetimeFigureOut">
              <a:rPr lang="en-GB" smtClean="0"/>
              <a:t>06/10/2022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0AB7C-3487-465E-8C5C-6F1FB5E4F4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8854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C0586-6D0F-4B07-B8DC-5E6C8B150066}" type="datetimeFigureOut">
              <a:rPr lang="en-GB" smtClean="0"/>
              <a:t>06/10/2022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0AB7C-3487-465E-8C5C-6F1FB5E4F4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2137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C0586-6D0F-4B07-B8DC-5E6C8B150066}" type="datetimeFigureOut">
              <a:rPr lang="en-GB" smtClean="0"/>
              <a:t>06/10/2022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0AB7C-3487-465E-8C5C-6F1FB5E4F4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9856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C0586-6D0F-4B07-B8DC-5E6C8B150066}" type="datetimeFigureOut">
              <a:rPr lang="en-GB" smtClean="0"/>
              <a:t>06/10/2022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0AB7C-3487-465E-8C5C-6F1FB5E4F4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0280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C0586-6D0F-4B07-B8DC-5E6C8B150066}" type="datetimeFigureOut">
              <a:rPr lang="en-GB" smtClean="0"/>
              <a:t>06/10/2022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0AB7C-3487-465E-8C5C-6F1FB5E4F4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7650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C0586-6D0F-4B07-B8DC-5E6C8B150066}" type="datetimeFigureOut">
              <a:rPr lang="en-GB" smtClean="0"/>
              <a:t>06/10/2022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0AB7C-3487-465E-8C5C-6F1FB5E4F4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157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C0586-6D0F-4B07-B8DC-5E6C8B150066}" type="datetimeFigureOut">
              <a:rPr lang="en-GB" smtClean="0"/>
              <a:t>06/10/2022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0AB7C-3487-465E-8C5C-6F1FB5E4F4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6046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C0586-6D0F-4B07-B8DC-5E6C8B150066}" type="datetimeFigureOut">
              <a:rPr lang="en-GB" smtClean="0"/>
              <a:t>06/10/2022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0AB7C-3487-465E-8C5C-6F1FB5E4F4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508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C0586-6D0F-4B07-B8DC-5E6C8B150066}" type="datetimeFigureOut">
              <a:rPr lang="en-GB" smtClean="0"/>
              <a:t>06/10/2022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0AB7C-3487-465E-8C5C-6F1FB5E4F4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032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C0586-6D0F-4B07-B8DC-5E6C8B150066}" type="datetimeFigureOut">
              <a:rPr lang="en-GB" smtClean="0"/>
              <a:t>06/10/2022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0AB7C-3487-465E-8C5C-6F1FB5E4F4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9862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C0586-6D0F-4B07-B8DC-5E6C8B150066}" type="datetimeFigureOut">
              <a:rPr lang="en-GB" smtClean="0"/>
              <a:t>06/10/2022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0AB7C-3487-465E-8C5C-6F1FB5E4F425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1225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C0586-6D0F-4B07-B8DC-5E6C8B150066}" type="datetimeFigureOut">
              <a:rPr lang="en-GB" smtClean="0"/>
              <a:t>06/10/2022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0AB7C-3487-465E-8C5C-6F1FB5E4F4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648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C0586-6D0F-4B07-B8DC-5E6C8B150066}" type="datetimeFigureOut">
              <a:rPr lang="en-GB" smtClean="0"/>
              <a:t>06/10/2022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0AB7C-3487-465E-8C5C-6F1FB5E4F425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61991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C0586-6D0F-4B07-B8DC-5E6C8B150066}" type="datetimeFigureOut">
              <a:rPr lang="en-GB" smtClean="0"/>
              <a:t>06/10/2022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0AB7C-3487-465E-8C5C-6F1FB5E4F4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68640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C0586-6D0F-4B07-B8DC-5E6C8B150066}" type="datetimeFigureOut">
              <a:rPr lang="en-GB" smtClean="0"/>
              <a:t>06/10/2022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0AB7C-3487-465E-8C5C-6F1FB5E4F4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57516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C0586-6D0F-4B07-B8DC-5E6C8B150066}" type="datetimeFigureOut">
              <a:rPr lang="en-GB" smtClean="0"/>
              <a:t>06/10/2022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0AB7C-3487-465E-8C5C-6F1FB5E4F4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0956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C0586-6D0F-4B07-B8DC-5E6C8B150066}" type="datetimeFigureOut">
              <a:rPr lang="en-GB" smtClean="0"/>
              <a:t>06/10/2022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910AB7C-3487-465E-8C5C-6F1FB5E4F4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5242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akubrybacki/MBI" TargetMode="External"/><Relationship Id="rId2" Type="http://schemas.openxmlformats.org/officeDocument/2006/relationships/hyperlink" Target="mailto:jakub.rybacki@uw.edu.p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8C608-B740-9549-B281-0E78674D3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Podstawowe informacje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0DB0D-09DB-13C7-828B-39BCBDEAE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Mail: </a:t>
            </a:r>
            <a:r>
              <a:rPr lang="pl-PL" dirty="0">
                <a:hlinkClick r:id="rId2"/>
              </a:rPr>
              <a:t>jakub.rybacki@uw.edu.pl</a:t>
            </a:r>
            <a:endParaRPr lang="pl-PL" dirty="0"/>
          </a:p>
          <a:p>
            <a:endParaRPr lang="pl-PL" dirty="0"/>
          </a:p>
          <a:p>
            <a:r>
              <a:rPr lang="pl-PL" dirty="0"/>
              <a:t>Dyżur:</a:t>
            </a:r>
          </a:p>
          <a:p>
            <a:pPr lvl="1"/>
            <a:r>
              <a:rPr lang="pl-PL" dirty="0"/>
              <a:t>Oficjalnie: czwartki po 18.15</a:t>
            </a:r>
          </a:p>
          <a:p>
            <a:pPr lvl="1"/>
            <a:r>
              <a:rPr lang="pl-PL" dirty="0"/>
              <a:t>Realnie: do ustalenia w razie potrzeby</a:t>
            </a:r>
          </a:p>
          <a:p>
            <a:endParaRPr lang="pl-PL" dirty="0"/>
          </a:p>
          <a:p>
            <a:r>
              <a:rPr lang="pl-PL" dirty="0"/>
              <a:t>Warunki zaliczenia – przygotowanie raportu. </a:t>
            </a:r>
          </a:p>
          <a:p>
            <a:endParaRPr lang="pl-PL" dirty="0"/>
          </a:p>
          <a:p>
            <a:r>
              <a:rPr lang="pl-PL" dirty="0"/>
              <a:t>Materiały - repozytorium </a:t>
            </a:r>
            <a:r>
              <a:rPr lang="pl-PL" dirty="0" err="1"/>
              <a:t>Github</a:t>
            </a:r>
            <a:r>
              <a:rPr lang="pl-PL" dirty="0"/>
              <a:t> - </a:t>
            </a:r>
            <a:r>
              <a:rPr lang="pl-PL" dirty="0">
                <a:hlinkClick r:id="rId3"/>
              </a:rPr>
              <a:t>Link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0183784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</TotalTime>
  <Words>39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Trebuchet MS</vt:lpstr>
      <vt:lpstr>Wingdings 3</vt:lpstr>
      <vt:lpstr>Facet</vt:lpstr>
      <vt:lpstr>Podstawowe informacje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dla socjologów..</dc:title>
  <dc:creator>Jakub Rybacki</dc:creator>
  <cp:lastModifiedBy>Jakub Rybacki</cp:lastModifiedBy>
  <cp:revision>1</cp:revision>
  <dcterms:created xsi:type="dcterms:W3CDTF">2022-10-03T17:08:14Z</dcterms:created>
  <dcterms:modified xsi:type="dcterms:W3CDTF">2022-10-06T06:58:47Z</dcterms:modified>
</cp:coreProperties>
</file>