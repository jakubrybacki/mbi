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7" r:id="rId4"/>
    <p:sldId id="268" r:id="rId5"/>
    <p:sldId id="262" r:id="rId6"/>
    <p:sldId id="257" r:id="rId7"/>
    <p:sldId id="259" r:id="rId8"/>
    <p:sldId id="260" r:id="rId9"/>
    <p:sldId id="264" r:id="rId10"/>
    <p:sldId id="263" r:id="rId11"/>
    <p:sldId id="274" r:id="rId12"/>
    <p:sldId id="266" r:id="rId13"/>
    <p:sldId id="271" r:id="rId14"/>
    <p:sldId id="258" r:id="rId15"/>
    <p:sldId id="270" r:id="rId16"/>
    <p:sldId id="269" r:id="rId17"/>
    <p:sldId id="273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BA67B39-390F-48E4-B1E5-62EE5F65643C}">
          <p14:sldIdLst>
            <p14:sldId id="256"/>
            <p14:sldId id="261"/>
          </p14:sldIdLst>
        </p14:section>
        <p14:section name="EDA" id="{822FD837-4790-4B19-BBC4-EB5E001D6EDF}">
          <p14:sldIdLst>
            <p14:sldId id="267"/>
            <p14:sldId id="268"/>
          </p14:sldIdLst>
        </p14:section>
        <p14:section name="Narzędzia - test T" id="{95685DE5-C7F5-4322-8957-C217AD9D7374}">
          <p14:sldIdLst>
            <p14:sldId id="262"/>
            <p14:sldId id="257"/>
            <p14:sldId id="259"/>
          </p14:sldIdLst>
        </p14:section>
        <p14:section name="T-test XLS" id="{1363312B-7FAA-4289-B900-FC85812F3FC5}">
          <p14:sldIdLst>
            <p14:sldId id="260"/>
            <p14:sldId id="264"/>
            <p14:sldId id="263"/>
          </p14:sldIdLst>
        </p14:section>
        <p14:section name="T-test SPSS" id="{C0F3E2A5-3008-48DB-9694-DB1F52A8990D}">
          <p14:sldIdLst>
            <p14:sldId id="274"/>
            <p14:sldId id="266"/>
            <p14:sldId id="271"/>
          </p14:sldIdLst>
        </p14:section>
        <p14:section name="Narzędzia - nieparametryczne" id="{456BE07D-2BC6-474E-921E-35C0757357C3}">
          <p14:sldIdLst>
            <p14:sldId id="258"/>
            <p14:sldId id="270"/>
            <p14:sldId id="269"/>
            <p14:sldId id="273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5FD5AC-37FA-45F8-A30F-2CF3B13FE3A8}" v="15" dt="2022-12-08T11:19:59.495"/>
    <p1510:client id="{F2062A1B-74E2-403E-BDC6-577771443053}" v="117" dt="2022-12-07T21:30:28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Rybacki" userId="71160f026d85cc38" providerId="LiveId" clId="{F2062A1B-74E2-403E-BDC6-577771443053}"/>
    <pc:docChg chg="undo redo custSel addSld delSld modSld sldOrd addSection delSection modSection">
      <pc:chgData name="Jakub Rybacki" userId="71160f026d85cc38" providerId="LiveId" clId="{F2062A1B-74E2-403E-BDC6-577771443053}" dt="2022-12-07T21:34:23.463" v="3579" actId="14100"/>
      <pc:docMkLst>
        <pc:docMk/>
      </pc:docMkLst>
      <pc:sldChg chg="modSp mod">
        <pc:chgData name="Jakub Rybacki" userId="71160f026d85cc38" providerId="LiveId" clId="{F2062A1B-74E2-403E-BDC6-577771443053}" dt="2022-12-07T05:54:50.444" v="1968" actId="20577"/>
        <pc:sldMkLst>
          <pc:docMk/>
          <pc:sldMk cId="3502836459" sldId="256"/>
        </pc:sldMkLst>
        <pc:spChg chg="mod">
          <ac:chgData name="Jakub Rybacki" userId="71160f026d85cc38" providerId="LiveId" clId="{F2062A1B-74E2-403E-BDC6-577771443053}" dt="2022-12-07T05:10:16.183" v="1022" actId="20577"/>
          <ac:spMkLst>
            <pc:docMk/>
            <pc:sldMk cId="3502836459" sldId="256"/>
            <ac:spMk id="2" creationId="{FB463671-D4F3-8D52-171C-427778B40E4B}"/>
          </ac:spMkLst>
        </pc:spChg>
        <pc:spChg chg="mod">
          <ac:chgData name="Jakub Rybacki" userId="71160f026d85cc38" providerId="LiveId" clId="{F2062A1B-74E2-403E-BDC6-577771443053}" dt="2022-12-07T05:54:50.444" v="1968" actId="20577"/>
          <ac:spMkLst>
            <pc:docMk/>
            <pc:sldMk cId="3502836459" sldId="256"/>
            <ac:spMk id="3" creationId="{44F615CF-FBF3-6F14-B26F-8006A7E61AF3}"/>
          </ac:spMkLst>
        </pc:spChg>
      </pc:sldChg>
      <pc:sldChg chg="addSp delSp modSp mod setBg">
        <pc:chgData name="Jakub Rybacki" userId="71160f026d85cc38" providerId="LiveId" clId="{F2062A1B-74E2-403E-BDC6-577771443053}" dt="2022-12-07T21:29:49.713" v="3501" actId="20577"/>
        <pc:sldMkLst>
          <pc:docMk/>
          <pc:sldMk cId="1714253206" sldId="257"/>
        </pc:sldMkLst>
        <pc:spChg chg="mod">
          <ac:chgData name="Jakub Rybacki" userId="71160f026d85cc38" providerId="LiveId" clId="{F2062A1B-74E2-403E-BDC6-577771443053}" dt="2022-12-07T21:29:49.713" v="3501" actId="20577"/>
          <ac:spMkLst>
            <pc:docMk/>
            <pc:sldMk cId="1714253206" sldId="257"/>
            <ac:spMk id="2" creationId="{CB79CB23-306A-B788-D361-2E93A753BA00}"/>
          </ac:spMkLst>
        </pc:spChg>
        <pc:spChg chg="mod">
          <ac:chgData name="Jakub Rybacki" userId="71160f026d85cc38" providerId="LiveId" clId="{F2062A1B-74E2-403E-BDC6-577771443053}" dt="2022-12-07T06:00:30.052" v="2211" actId="20577"/>
          <ac:spMkLst>
            <pc:docMk/>
            <pc:sldMk cId="1714253206" sldId="257"/>
            <ac:spMk id="3" creationId="{A6400446-6255-0582-FBE9-D2B3ABB4AE89}"/>
          </ac:spMkLst>
        </pc:spChg>
        <pc:spChg chg="add del">
          <ac:chgData name="Jakub Rybacki" userId="71160f026d85cc38" providerId="LiveId" clId="{F2062A1B-74E2-403E-BDC6-577771443053}" dt="2022-12-07T04:57:32.635" v="391" actId="26606"/>
          <ac:spMkLst>
            <pc:docMk/>
            <pc:sldMk cId="1714253206" sldId="257"/>
            <ac:spMk id="8" creationId="{E80B86A7-A1EC-475B-9166-88902B033A38}"/>
          </ac:spMkLst>
        </pc:spChg>
        <pc:spChg chg="add del">
          <ac:chgData name="Jakub Rybacki" userId="71160f026d85cc38" providerId="LiveId" clId="{F2062A1B-74E2-403E-BDC6-577771443053}" dt="2022-12-07T04:57:32.635" v="391" actId="26606"/>
          <ac:spMkLst>
            <pc:docMk/>
            <pc:sldMk cId="1714253206" sldId="257"/>
            <ac:spMk id="10" creationId="{C2C29CB1-9F74-4879-A6AF-AEA67B6F1F4D}"/>
          </ac:spMkLst>
        </pc:spChg>
        <pc:spChg chg="add del">
          <ac:chgData name="Jakub Rybacki" userId="71160f026d85cc38" providerId="LiveId" clId="{F2062A1B-74E2-403E-BDC6-577771443053}" dt="2022-12-07T04:57:32.635" v="391" actId="26606"/>
          <ac:spMkLst>
            <pc:docMk/>
            <pc:sldMk cId="1714253206" sldId="257"/>
            <ac:spMk id="12" creationId="{7E2C7115-5336-410C-AD71-0F0952A2E5A7}"/>
          </ac:spMkLst>
        </pc:spChg>
        <pc:cxnChg chg="add">
          <ac:chgData name="Jakub Rybacki" userId="71160f026d85cc38" providerId="LiveId" clId="{F2062A1B-74E2-403E-BDC6-577771443053}" dt="2022-12-07T04:57:32.637" v="392" actId="26606"/>
          <ac:cxnSpMkLst>
            <pc:docMk/>
            <pc:sldMk cId="1714253206" sldId="257"/>
            <ac:cxnSpMk id="14" creationId="{0B5F7E3B-C5F1-40E0-A491-558BAFBC1127}"/>
          </ac:cxnSpMkLst>
        </pc:cxnChg>
      </pc:sldChg>
      <pc:sldChg chg="addSp delSp modSp new mod setBg addAnim delAnim">
        <pc:chgData name="Jakub Rybacki" userId="71160f026d85cc38" providerId="LiveId" clId="{F2062A1B-74E2-403E-BDC6-577771443053}" dt="2022-12-07T20:49:30.848" v="2675" actId="6549"/>
        <pc:sldMkLst>
          <pc:docMk/>
          <pc:sldMk cId="3466147982" sldId="258"/>
        </pc:sldMkLst>
        <pc:spChg chg="mod">
          <ac:chgData name="Jakub Rybacki" userId="71160f026d85cc38" providerId="LiveId" clId="{F2062A1B-74E2-403E-BDC6-577771443053}" dt="2022-12-07T05:02:16.764" v="687" actId="26606"/>
          <ac:spMkLst>
            <pc:docMk/>
            <pc:sldMk cId="3466147982" sldId="258"/>
            <ac:spMk id="2" creationId="{D5EF78DF-B04F-399C-D201-E09A84447D35}"/>
          </ac:spMkLst>
        </pc:spChg>
        <pc:spChg chg="mod">
          <ac:chgData name="Jakub Rybacki" userId="71160f026d85cc38" providerId="LiveId" clId="{F2062A1B-74E2-403E-BDC6-577771443053}" dt="2022-12-07T20:49:30.848" v="2675" actId="6549"/>
          <ac:spMkLst>
            <pc:docMk/>
            <pc:sldMk cId="3466147982" sldId="258"/>
            <ac:spMk id="3" creationId="{A6F77299-C72D-F7F8-A694-CB842223D15B}"/>
          </ac:spMkLst>
        </pc:spChg>
        <pc:spChg chg="add">
          <ac:chgData name="Jakub Rybacki" userId="71160f026d85cc38" providerId="LiveId" clId="{F2062A1B-74E2-403E-BDC6-577771443053}" dt="2022-12-07T05:02:16.764" v="687" actId="26606"/>
          <ac:spMkLst>
            <pc:docMk/>
            <pc:sldMk cId="3466147982" sldId="258"/>
            <ac:spMk id="12" creationId="{3BCB5F6A-9EB0-40B0-9D13-3023E9A20508}"/>
          </ac:spMkLst>
        </pc:spChg>
        <pc:spChg chg="add del">
          <ac:chgData name="Jakub Rybacki" userId="71160f026d85cc38" providerId="LiveId" clId="{F2062A1B-74E2-403E-BDC6-577771443053}" dt="2022-12-07T05:00:30.548" v="481" actId="26606"/>
          <ac:spMkLst>
            <pc:docMk/>
            <pc:sldMk cId="3466147982" sldId="258"/>
            <ac:spMk id="25" creationId="{66D61E08-70C3-48D8-BEA0-787111DC30DA}"/>
          </ac:spMkLst>
        </pc:spChg>
        <pc:spChg chg="add del">
          <ac:chgData name="Jakub Rybacki" userId="71160f026d85cc38" providerId="LiveId" clId="{F2062A1B-74E2-403E-BDC6-577771443053}" dt="2022-12-07T05:00:30.548" v="481" actId="26606"/>
          <ac:spMkLst>
            <pc:docMk/>
            <pc:sldMk cId="3466147982" sldId="258"/>
            <ac:spMk id="27" creationId="{FC55298F-0AE5-478E-AD2B-03C2614C5833}"/>
          </ac:spMkLst>
        </pc:spChg>
        <pc:spChg chg="add del">
          <ac:chgData name="Jakub Rybacki" userId="71160f026d85cc38" providerId="LiveId" clId="{F2062A1B-74E2-403E-BDC6-577771443053}" dt="2022-12-07T05:00:30.548" v="481" actId="26606"/>
          <ac:spMkLst>
            <pc:docMk/>
            <pc:sldMk cId="3466147982" sldId="258"/>
            <ac:spMk id="29" creationId="{C180E4EA-0B63-4779-A895-7E90E71088F3}"/>
          </ac:spMkLst>
        </pc:spChg>
        <pc:spChg chg="add del">
          <ac:chgData name="Jakub Rybacki" userId="71160f026d85cc38" providerId="LiveId" clId="{F2062A1B-74E2-403E-BDC6-577771443053}" dt="2022-12-07T05:00:30.548" v="481" actId="26606"/>
          <ac:spMkLst>
            <pc:docMk/>
            <pc:sldMk cId="3466147982" sldId="258"/>
            <ac:spMk id="31" creationId="{CEE01D9D-3DE8-4EED-B0D3-8F3C79CC7673}"/>
          </ac:spMkLst>
        </pc:spChg>
        <pc:spChg chg="add del">
          <ac:chgData name="Jakub Rybacki" userId="71160f026d85cc38" providerId="LiveId" clId="{F2062A1B-74E2-403E-BDC6-577771443053}" dt="2022-12-07T05:00:30.548" v="481" actId="26606"/>
          <ac:spMkLst>
            <pc:docMk/>
            <pc:sldMk cId="3466147982" sldId="258"/>
            <ac:spMk id="33" creationId="{89AF5CE9-607F-43F4-8983-DCD6DA4051FD}"/>
          </ac:spMkLst>
        </pc:spChg>
        <pc:spChg chg="add del">
          <ac:chgData name="Jakub Rybacki" userId="71160f026d85cc38" providerId="LiveId" clId="{F2062A1B-74E2-403E-BDC6-577771443053}" dt="2022-12-07T05:00:30.548" v="481" actId="26606"/>
          <ac:spMkLst>
            <pc:docMk/>
            <pc:sldMk cId="3466147982" sldId="258"/>
            <ac:spMk id="35" creationId="{6EEA2DBD-9E1E-4521-8C01-F32AD18A89E3}"/>
          </ac:spMkLst>
        </pc:spChg>
        <pc:spChg chg="add del">
          <ac:chgData name="Jakub Rybacki" userId="71160f026d85cc38" providerId="LiveId" clId="{F2062A1B-74E2-403E-BDC6-577771443053}" dt="2022-12-07T05:00:30.548" v="481" actId="26606"/>
          <ac:spMkLst>
            <pc:docMk/>
            <pc:sldMk cId="3466147982" sldId="258"/>
            <ac:spMk id="37" creationId="{15BBD2C1-BA9B-46A9-A27A-33498B169272}"/>
          </ac:spMkLst>
        </pc:spChg>
        <pc:spChg chg="add del">
          <ac:chgData name="Jakub Rybacki" userId="71160f026d85cc38" providerId="LiveId" clId="{F2062A1B-74E2-403E-BDC6-577771443053}" dt="2022-12-07T05:00:32.597" v="486" actId="26606"/>
          <ac:spMkLst>
            <pc:docMk/>
            <pc:sldMk cId="3466147982" sldId="258"/>
            <ac:spMk id="46" creationId="{66D61E08-70C3-48D8-BEA0-787111DC30DA}"/>
          </ac:spMkLst>
        </pc:spChg>
        <pc:spChg chg="add del">
          <ac:chgData name="Jakub Rybacki" userId="71160f026d85cc38" providerId="LiveId" clId="{F2062A1B-74E2-403E-BDC6-577771443053}" dt="2022-12-07T05:00:32.597" v="486" actId="26606"/>
          <ac:spMkLst>
            <pc:docMk/>
            <pc:sldMk cId="3466147982" sldId="258"/>
            <ac:spMk id="47" creationId="{FC55298F-0AE5-478E-AD2B-03C2614C5833}"/>
          </ac:spMkLst>
        </pc:spChg>
        <pc:spChg chg="add del">
          <ac:chgData name="Jakub Rybacki" userId="71160f026d85cc38" providerId="LiveId" clId="{F2062A1B-74E2-403E-BDC6-577771443053}" dt="2022-12-07T05:00:32.597" v="486" actId="26606"/>
          <ac:spMkLst>
            <pc:docMk/>
            <pc:sldMk cId="3466147982" sldId="258"/>
            <ac:spMk id="48" creationId="{C180E4EA-0B63-4779-A895-7E90E71088F3}"/>
          </ac:spMkLst>
        </pc:spChg>
        <pc:spChg chg="add del">
          <ac:chgData name="Jakub Rybacki" userId="71160f026d85cc38" providerId="LiveId" clId="{F2062A1B-74E2-403E-BDC6-577771443053}" dt="2022-12-07T05:00:32.597" v="486" actId="26606"/>
          <ac:spMkLst>
            <pc:docMk/>
            <pc:sldMk cId="3466147982" sldId="258"/>
            <ac:spMk id="49" creationId="{CEE01D9D-3DE8-4EED-B0D3-8F3C79CC7673}"/>
          </ac:spMkLst>
        </pc:spChg>
        <pc:spChg chg="add del">
          <ac:chgData name="Jakub Rybacki" userId="71160f026d85cc38" providerId="LiveId" clId="{F2062A1B-74E2-403E-BDC6-577771443053}" dt="2022-12-07T05:00:32.597" v="486" actId="26606"/>
          <ac:spMkLst>
            <pc:docMk/>
            <pc:sldMk cId="3466147982" sldId="258"/>
            <ac:spMk id="50" creationId="{89AF5CE9-607F-43F4-8983-DCD6DA4051FD}"/>
          </ac:spMkLst>
        </pc:spChg>
        <pc:spChg chg="add del">
          <ac:chgData name="Jakub Rybacki" userId="71160f026d85cc38" providerId="LiveId" clId="{F2062A1B-74E2-403E-BDC6-577771443053}" dt="2022-12-07T05:00:32.597" v="486" actId="26606"/>
          <ac:spMkLst>
            <pc:docMk/>
            <pc:sldMk cId="3466147982" sldId="258"/>
            <ac:spMk id="51" creationId="{6EEA2DBD-9E1E-4521-8C01-F32AD18A89E3}"/>
          </ac:spMkLst>
        </pc:spChg>
        <pc:spChg chg="add del">
          <ac:chgData name="Jakub Rybacki" userId="71160f026d85cc38" providerId="LiveId" clId="{F2062A1B-74E2-403E-BDC6-577771443053}" dt="2022-12-07T05:00:32.597" v="486" actId="26606"/>
          <ac:spMkLst>
            <pc:docMk/>
            <pc:sldMk cId="3466147982" sldId="258"/>
            <ac:spMk id="52" creationId="{15BBD2C1-BA9B-46A9-A27A-33498B169272}"/>
          </ac:spMkLst>
        </pc:spChg>
        <pc:grpChg chg="add del">
          <ac:chgData name="Jakub Rybacki" userId="71160f026d85cc38" providerId="LiveId" clId="{F2062A1B-74E2-403E-BDC6-577771443053}" dt="2022-12-07T05:00:30.548" v="481" actId="26606"/>
          <ac:grpSpMkLst>
            <pc:docMk/>
            <pc:sldMk cId="3466147982" sldId="258"/>
            <ac:grpSpMk id="9" creationId="{88C9B83F-64CD-41C1-925F-A08801FFD0BD}"/>
          </ac:grpSpMkLst>
        </pc:grpChg>
        <pc:grpChg chg="add del">
          <ac:chgData name="Jakub Rybacki" userId="71160f026d85cc38" providerId="LiveId" clId="{F2062A1B-74E2-403E-BDC6-577771443053}" dt="2022-12-07T05:00:31.455" v="483" actId="26606"/>
          <ac:grpSpMkLst>
            <pc:docMk/>
            <pc:sldMk cId="3466147982" sldId="258"/>
            <ac:grpSpMk id="39" creationId="{88C9B83F-64CD-41C1-925F-A08801FFD0BD}"/>
          </ac:grpSpMkLst>
        </pc:grpChg>
        <pc:grpChg chg="add del">
          <ac:chgData name="Jakub Rybacki" userId="71160f026d85cc38" providerId="LiveId" clId="{F2062A1B-74E2-403E-BDC6-577771443053}" dt="2022-12-07T05:00:32.597" v="486" actId="26606"/>
          <ac:grpSpMkLst>
            <pc:docMk/>
            <pc:sldMk cId="3466147982" sldId="258"/>
            <ac:grpSpMk id="42" creationId="{88C9B83F-64CD-41C1-925F-A08801FFD0BD}"/>
          </ac:grpSpMkLst>
        </pc:grpChg>
        <pc:picChg chg="add del">
          <ac:chgData name="Jakub Rybacki" userId="71160f026d85cc38" providerId="LiveId" clId="{F2062A1B-74E2-403E-BDC6-577771443053}" dt="2022-12-07T05:00:30.548" v="481" actId="26606"/>
          <ac:picMkLst>
            <pc:docMk/>
            <pc:sldMk cId="3466147982" sldId="258"/>
            <ac:picMk id="5" creationId="{3B423B26-0FF0-E47C-9005-B912C53A6BDD}"/>
          </ac:picMkLst>
        </pc:picChg>
        <pc:picChg chg="add">
          <ac:chgData name="Jakub Rybacki" userId="71160f026d85cc38" providerId="LiveId" clId="{F2062A1B-74E2-403E-BDC6-577771443053}" dt="2022-12-07T05:02:16.764" v="687" actId="26606"/>
          <ac:picMkLst>
            <pc:docMk/>
            <pc:sldMk cId="3466147982" sldId="258"/>
            <ac:picMk id="10" creationId="{023A8C0A-5F7E-45B1-B444-945EC6587D54}"/>
          </ac:picMkLst>
        </pc:picChg>
        <pc:picChg chg="add del">
          <ac:chgData name="Jakub Rybacki" userId="71160f026d85cc38" providerId="LiveId" clId="{F2062A1B-74E2-403E-BDC6-577771443053}" dt="2022-12-07T05:00:31.455" v="483" actId="26606"/>
          <ac:picMkLst>
            <pc:docMk/>
            <pc:sldMk cId="3466147982" sldId="258"/>
            <ac:picMk id="40" creationId="{E2935DFB-FA01-53EA-EF47-2431E9EF3E2D}"/>
          </ac:picMkLst>
        </pc:picChg>
        <pc:picChg chg="add del">
          <ac:chgData name="Jakub Rybacki" userId="71160f026d85cc38" providerId="LiveId" clId="{F2062A1B-74E2-403E-BDC6-577771443053}" dt="2022-12-07T05:00:32.597" v="486" actId="26606"/>
          <ac:picMkLst>
            <pc:docMk/>
            <pc:sldMk cId="3466147982" sldId="258"/>
            <ac:picMk id="43" creationId="{F5728596-2520-46B9-3918-BECF52B0E337}"/>
          </ac:picMkLst>
        </pc:picChg>
        <pc:cxnChg chg="add del">
          <ac:chgData name="Jakub Rybacki" userId="71160f026d85cc38" providerId="LiveId" clId="{F2062A1B-74E2-403E-BDC6-577771443053}" dt="2022-12-07T05:02:16.764" v="687" actId="26606"/>
          <ac:cxnSpMkLst>
            <pc:docMk/>
            <pc:sldMk cId="3466147982" sldId="258"/>
            <ac:cxnSpMk id="6" creationId="{0B5F7E3B-C5F1-40E0-A491-558BAFBC1127}"/>
          </ac:cxnSpMkLst>
        </pc:cxnChg>
        <pc:cxnChg chg="add del">
          <ac:chgData name="Jakub Rybacki" userId="71160f026d85cc38" providerId="LiveId" clId="{F2062A1B-74E2-403E-BDC6-577771443053}" dt="2022-12-07T05:00:36.060" v="489" actId="26606"/>
          <ac:cxnSpMkLst>
            <pc:docMk/>
            <pc:sldMk cId="3466147982" sldId="258"/>
            <ac:cxnSpMk id="8" creationId="{0B5F7E3B-C5F1-40E0-A491-558BAFBC1127}"/>
          </ac:cxnSpMkLst>
        </pc:cxnChg>
        <pc:cxnChg chg="add del">
          <ac:chgData name="Jakub Rybacki" userId="71160f026d85cc38" providerId="LiveId" clId="{F2062A1B-74E2-403E-BDC6-577771443053}" dt="2022-12-07T05:00:30.548" v="481" actId="26606"/>
          <ac:cxnSpMkLst>
            <pc:docMk/>
            <pc:sldMk cId="3466147982" sldId="258"/>
            <ac:cxnSpMk id="21" creationId="{A57C1A16-B8AB-4D99-A195-A38F556A6486}"/>
          </ac:cxnSpMkLst>
        </pc:cxnChg>
        <pc:cxnChg chg="add del">
          <ac:chgData name="Jakub Rybacki" userId="71160f026d85cc38" providerId="LiveId" clId="{F2062A1B-74E2-403E-BDC6-577771443053}" dt="2022-12-07T05:00:30.548" v="481" actId="26606"/>
          <ac:cxnSpMkLst>
            <pc:docMk/>
            <pc:sldMk cId="3466147982" sldId="258"/>
            <ac:cxnSpMk id="23" creationId="{F8A9B20B-D1DD-4573-B5EC-558029519236}"/>
          </ac:cxnSpMkLst>
        </pc:cxnChg>
        <pc:cxnChg chg="add del">
          <ac:chgData name="Jakub Rybacki" userId="71160f026d85cc38" providerId="LiveId" clId="{F2062A1B-74E2-403E-BDC6-577771443053}" dt="2022-12-07T05:00:32.597" v="486" actId="26606"/>
          <ac:cxnSpMkLst>
            <pc:docMk/>
            <pc:sldMk cId="3466147982" sldId="258"/>
            <ac:cxnSpMk id="44" creationId="{A57C1A16-B8AB-4D99-A195-A38F556A6486}"/>
          </ac:cxnSpMkLst>
        </pc:cxnChg>
        <pc:cxnChg chg="add del">
          <ac:chgData name="Jakub Rybacki" userId="71160f026d85cc38" providerId="LiveId" clId="{F2062A1B-74E2-403E-BDC6-577771443053}" dt="2022-12-07T05:00:32.597" v="486" actId="26606"/>
          <ac:cxnSpMkLst>
            <pc:docMk/>
            <pc:sldMk cId="3466147982" sldId="258"/>
            <ac:cxnSpMk id="45" creationId="{F8A9B20B-D1DD-4573-B5EC-558029519236}"/>
          </ac:cxnSpMkLst>
        </pc:cxnChg>
      </pc:sldChg>
      <pc:sldChg chg="addSp modSp new mod setBg setClrOvrMap">
        <pc:chgData name="Jakub Rybacki" userId="71160f026d85cc38" providerId="LiveId" clId="{F2062A1B-74E2-403E-BDC6-577771443053}" dt="2022-12-07T05:09:36.720" v="1000" actId="20577"/>
        <pc:sldMkLst>
          <pc:docMk/>
          <pc:sldMk cId="3742255404" sldId="259"/>
        </pc:sldMkLst>
        <pc:spChg chg="mod">
          <ac:chgData name="Jakub Rybacki" userId="71160f026d85cc38" providerId="LiveId" clId="{F2062A1B-74E2-403E-BDC6-577771443053}" dt="2022-12-07T05:08:26.019" v="853" actId="26606"/>
          <ac:spMkLst>
            <pc:docMk/>
            <pc:sldMk cId="3742255404" sldId="259"/>
            <ac:spMk id="2" creationId="{89F1CB03-BB7B-ED99-CF1D-9150AB17BA3F}"/>
          </ac:spMkLst>
        </pc:spChg>
        <pc:spChg chg="mod">
          <ac:chgData name="Jakub Rybacki" userId="71160f026d85cc38" providerId="LiveId" clId="{F2062A1B-74E2-403E-BDC6-577771443053}" dt="2022-12-07T05:09:36.720" v="1000" actId="20577"/>
          <ac:spMkLst>
            <pc:docMk/>
            <pc:sldMk cId="3742255404" sldId="259"/>
            <ac:spMk id="3" creationId="{C7E777B5-19EF-465E-3041-4E1AE44D4DAB}"/>
          </ac:spMkLst>
        </pc:spChg>
        <pc:spChg chg="add">
          <ac:chgData name="Jakub Rybacki" userId="71160f026d85cc38" providerId="LiveId" clId="{F2062A1B-74E2-403E-BDC6-577771443053}" dt="2022-12-07T05:08:26.019" v="853" actId="26606"/>
          <ac:spMkLst>
            <pc:docMk/>
            <pc:sldMk cId="3742255404" sldId="259"/>
            <ac:spMk id="9" creationId="{3BCB5F6A-9EB0-40B0-9D13-3023E9A20508}"/>
          </ac:spMkLst>
        </pc:spChg>
        <pc:picChg chg="add">
          <ac:chgData name="Jakub Rybacki" userId="71160f026d85cc38" providerId="LiveId" clId="{F2062A1B-74E2-403E-BDC6-577771443053}" dt="2022-12-07T05:08:26.019" v="853" actId="26606"/>
          <ac:picMkLst>
            <pc:docMk/>
            <pc:sldMk cId="3742255404" sldId="259"/>
            <ac:picMk id="5" creationId="{BA68D3E2-86A1-4CF5-34E0-743E043A1467}"/>
          </ac:picMkLst>
        </pc:picChg>
      </pc:sldChg>
      <pc:sldChg chg="addSp modSp new mod setBg">
        <pc:chgData name="Jakub Rybacki" userId="71160f026d85cc38" providerId="LiveId" clId="{F2062A1B-74E2-403E-BDC6-577771443053}" dt="2022-12-07T05:22:14.884" v="1382" actId="20577"/>
        <pc:sldMkLst>
          <pc:docMk/>
          <pc:sldMk cId="156925056" sldId="260"/>
        </pc:sldMkLst>
        <pc:spChg chg="mod">
          <ac:chgData name="Jakub Rybacki" userId="71160f026d85cc38" providerId="LiveId" clId="{F2062A1B-74E2-403E-BDC6-577771443053}" dt="2022-12-07T05:21:26.126" v="1300" actId="26606"/>
          <ac:spMkLst>
            <pc:docMk/>
            <pc:sldMk cId="156925056" sldId="260"/>
            <ac:spMk id="2" creationId="{1E3E4A48-769D-D6E2-51E8-05133C031C93}"/>
          </ac:spMkLst>
        </pc:spChg>
        <pc:spChg chg="mod">
          <ac:chgData name="Jakub Rybacki" userId="71160f026d85cc38" providerId="LiveId" clId="{F2062A1B-74E2-403E-BDC6-577771443053}" dt="2022-12-07T05:22:14.884" v="1382" actId="20577"/>
          <ac:spMkLst>
            <pc:docMk/>
            <pc:sldMk cId="156925056" sldId="260"/>
            <ac:spMk id="3" creationId="{2486AE7C-6E02-5EF8-EB32-56C8227F01D1}"/>
          </ac:spMkLst>
        </pc:spChg>
        <pc:spChg chg="add">
          <ac:chgData name="Jakub Rybacki" userId="71160f026d85cc38" providerId="LiveId" clId="{F2062A1B-74E2-403E-BDC6-577771443053}" dt="2022-12-07T05:21:26.126" v="1300" actId="26606"/>
          <ac:spMkLst>
            <pc:docMk/>
            <pc:sldMk cId="156925056" sldId="260"/>
            <ac:spMk id="13" creationId="{3F088236-D655-4F88-B238-E16762358025}"/>
          </ac:spMkLst>
        </pc:spChg>
        <pc:spChg chg="add">
          <ac:chgData name="Jakub Rybacki" userId="71160f026d85cc38" providerId="LiveId" clId="{F2062A1B-74E2-403E-BDC6-577771443053}" dt="2022-12-07T05:21:26.126" v="1300" actId="26606"/>
          <ac:spMkLst>
            <pc:docMk/>
            <pc:sldMk cId="156925056" sldId="260"/>
            <ac:spMk id="15" creationId="{3DAC0C92-199E-475C-9390-119A9B027276}"/>
          </ac:spMkLst>
        </pc:spChg>
        <pc:spChg chg="add">
          <ac:chgData name="Jakub Rybacki" userId="71160f026d85cc38" providerId="LiveId" clId="{F2062A1B-74E2-403E-BDC6-577771443053}" dt="2022-12-07T05:21:26.126" v="1300" actId="26606"/>
          <ac:spMkLst>
            <pc:docMk/>
            <pc:sldMk cId="156925056" sldId="260"/>
            <ac:spMk id="17" creationId="{C4CFB339-0ED8-4FE2-9EF1-6D1375B8499B}"/>
          </ac:spMkLst>
        </pc:spChg>
        <pc:spChg chg="add">
          <ac:chgData name="Jakub Rybacki" userId="71160f026d85cc38" providerId="LiveId" clId="{F2062A1B-74E2-403E-BDC6-577771443053}" dt="2022-12-07T05:21:26.126" v="1300" actId="26606"/>
          <ac:spMkLst>
            <pc:docMk/>
            <pc:sldMk cId="156925056" sldId="260"/>
            <ac:spMk id="19" creationId="{31896C80-2069-4431-9C19-83B913734490}"/>
          </ac:spMkLst>
        </pc:spChg>
        <pc:spChg chg="add">
          <ac:chgData name="Jakub Rybacki" userId="71160f026d85cc38" providerId="LiveId" clId="{F2062A1B-74E2-403E-BDC6-577771443053}" dt="2022-12-07T05:21:26.126" v="1300" actId="26606"/>
          <ac:spMkLst>
            <pc:docMk/>
            <pc:sldMk cId="156925056" sldId="260"/>
            <ac:spMk id="21" creationId="{BF120A21-0841-4823-B0C4-28AEBCEF9B78}"/>
          </ac:spMkLst>
        </pc:spChg>
        <pc:spChg chg="add">
          <ac:chgData name="Jakub Rybacki" userId="71160f026d85cc38" providerId="LiveId" clId="{F2062A1B-74E2-403E-BDC6-577771443053}" dt="2022-12-07T05:21:26.126" v="1300" actId="26606"/>
          <ac:spMkLst>
            <pc:docMk/>
            <pc:sldMk cId="156925056" sldId="260"/>
            <ac:spMk id="23" creationId="{DBB05BAE-BBD3-4289-899F-A6851503C6B0}"/>
          </ac:spMkLst>
        </pc:spChg>
        <pc:spChg chg="add">
          <ac:chgData name="Jakub Rybacki" userId="71160f026d85cc38" providerId="LiveId" clId="{F2062A1B-74E2-403E-BDC6-577771443053}" dt="2022-12-07T05:21:26.126" v="1300" actId="26606"/>
          <ac:spMkLst>
            <pc:docMk/>
            <pc:sldMk cId="156925056" sldId="260"/>
            <ac:spMk id="25" creationId="{9874D11C-36F5-4BBE-A490-019A54E953B0}"/>
          </ac:spMkLst>
        </pc:spChg>
        <pc:picChg chg="add">
          <ac:chgData name="Jakub Rybacki" userId="71160f026d85cc38" providerId="LiveId" clId="{F2062A1B-74E2-403E-BDC6-577771443053}" dt="2022-12-07T05:21:26.126" v="1300" actId="26606"/>
          <ac:picMkLst>
            <pc:docMk/>
            <pc:sldMk cId="156925056" sldId="260"/>
            <ac:picMk id="5" creationId="{3C813CEB-BD70-3483-12A4-02A00D6E2E3B}"/>
          </ac:picMkLst>
        </pc:picChg>
        <pc:cxnChg chg="add">
          <ac:chgData name="Jakub Rybacki" userId="71160f026d85cc38" providerId="LiveId" clId="{F2062A1B-74E2-403E-BDC6-577771443053}" dt="2022-12-07T05:21:26.126" v="1300" actId="26606"/>
          <ac:cxnSpMkLst>
            <pc:docMk/>
            <pc:sldMk cId="156925056" sldId="260"/>
            <ac:cxnSpMk id="9" creationId="{64FA5DFF-7FE6-4855-84E6-DFA78EE978BD}"/>
          </ac:cxnSpMkLst>
        </pc:cxnChg>
        <pc:cxnChg chg="add">
          <ac:chgData name="Jakub Rybacki" userId="71160f026d85cc38" providerId="LiveId" clId="{F2062A1B-74E2-403E-BDC6-577771443053}" dt="2022-12-07T05:21:26.126" v="1300" actId="26606"/>
          <ac:cxnSpMkLst>
            <pc:docMk/>
            <pc:sldMk cId="156925056" sldId="260"/>
            <ac:cxnSpMk id="11" creationId="{2AFD8CBA-54A3-4363-991B-B9C631BBFA74}"/>
          </ac:cxnSpMkLst>
        </pc:cxnChg>
      </pc:sldChg>
      <pc:sldChg chg="addSp modSp new mod setBg">
        <pc:chgData name="Jakub Rybacki" userId="71160f026d85cc38" providerId="LiveId" clId="{F2062A1B-74E2-403E-BDC6-577771443053}" dt="2022-12-07T05:52:56.832" v="1931" actId="20577"/>
        <pc:sldMkLst>
          <pc:docMk/>
          <pc:sldMk cId="4158403239" sldId="261"/>
        </pc:sldMkLst>
        <pc:spChg chg="mod">
          <ac:chgData name="Jakub Rybacki" userId="71160f026d85cc38" providerId="LiveId" clId="{F2062A1B-74E2-403E-BDC6-577771443053}" dt="2022-12-07T05:26:43.295" v="1459" actId="26606"/>
          <ac:spMkLst>
            <pc:docMk/>
            <pc:sldMk cId="4158403239" sldId="261"/>
            <ac:spMk id="2" creationId="{2BD76F11-E38D-EDCD-E694-1818F6EF76D8}"/>
          </ac:spMkLst>
        </pc:spChg>
        <pc:spChg chg="mod">
          <ac:chgData name="Jakub Rybacki" userId="71160f026d85cc38" providerId="LiveId" clId="{F2062A1B-74E2-403E-BDC6-577771443053}" dt="2022-12-07T05:52:56.832" v="1931" actId="20577"/>
          <ac:spMkLst>
            <pc:docMk/>
            <pc:sldMk cId="4158403239" sldId="261"/>
            <ac:spMk id="3" creationId="{F0A10292-FC50-234C-0315-A830240F71C3}"/>
          </ac:spMkLst>
        </pc:spChg>
        <pc:spChg chg="add">
          <ac:chgData name="Jakub Rybacki" userId="71160f026d85cc38" providerId="LiveId" clId="{F2062A1B-74E2-403E-BDC6-577771443053}" dt="2022-12-07T05:26:43.295" v="1459" actId="26606"/>
          <ac:spMkLst>
            <pc:docMk/>
            <pc:sldMk cId="4158403239" sldId="261"/>
            <ac:spMk id="9" creationId="{3BCB5F6A-9EB0-40B0-9D13-3023E9A20508}"/>
          </ac:spMkLst>
        </pc:spChg>
        <pc:picChg chg="add">
          <ac:chgData name="Jakub Rybacki" userId="71160f026d85cc38" providerId="LiveId" clId="{F2062A1B-74E2-403E-BDC6-577771443053}" dt="2022-12-07T05:26:43.295" v="1459" actId="26606"/>
          <ac:picMkLst>
            <pc:docMk/>
            <pc:sldMk cId="4158403239" sldId="261"/>
            <ac:picMk id="5" creationId="{11D808BC-55F6-ACD8-024B-33246AEA9F5E}"/>
          </ac:picMkLst>
        </pc:picChg>
      </pc:sldChg>
      <pc:sldChg chg="addSp delSp modSp new mod ord setBg modClrScheme chgLayout">
        <pc:chgData name="Jakub Rybacki" userId="71160f026d85cc38" providerId="LiveId" clId="{F2062A1B-74E2-403E-BDC6-577771443053}" dt="2022-12-07T05:55:00.080" v="1973" actId="20578"/>
        <pc:sldMkLst>
          <pc:docMk/>
          <pc:sldMk cId="522992476" sldId="262"/>
        </pc:sldMkLst>
        <pc:spChg chg="mod ord">
          <ac:chgData name="Jakub Rybacki" userId="71160f026d85cc38" providerId="LiveId" clId="{F2062A1B-74E2-403E-BDC6-577771443053}" dt="2022-12-07T05:26:17.844" v="1421" actId="26606"/>
          <ac:spMkLst>
            <pc:docMk/>
            <pc:sldMk cId="522992476" sldId="262"/>
            <ac:spMk id="2" creationId="{7C8E0EFB-59A8-FADE-CD77-0F36664DF689}"/>
          </ac:spMkLst>
        </pc:spChg>
        <pc:spChg chg="del mod ord">
          <ac:chgData name="Jakub Rybacki" userId="71160f026d85cc38" providerId="LiveId" clId="{F2062A1B-74E2-403E-BDC6-577771443053}" dt="2022-12-07T05:26:16.369" v="1420" actId="700"/>
          <ac:spMkLst>
            <pc:docMk/>
            <pc:sldMk cId="522992476" sldId="262"/>
            <ac:spMk id="3" creationId="{A5E42592-FCC2-B987-BAD1-2901A4F2F884}"/>
          </ac:spMkLst>
        </pc:spChg>
        <pc:spChg chg="add mod ord">
          <ac:chgData name="Jakub Rybacki" userId="71160f026d85cc38" providerId="LiveId" clId="{F2062A1B-74E2-403E-BDC6-577771443053}" dt="2022-12-07T05:26:22.722" v="1439" actId="20577"/>
          <ac:spMkLst>
            <pc:docMk/>
            <pc:sldMk cId="522992476" sldId="262"/>
            <ac:spMk id="4" creationId="{A3F0E38D-7A0A-16C1-E026-00E03E5BBAE2}"/>
          </ac:spMkLst>
        </pc:spChg>
        <pc:grpChg chg="add">
          <ac:chgData name="Jakub Rybacki" userId="71160f026d85cc38" providerId="LiveId" clId="{F2062A1B-74E2-403E-BDC6-577771443053}" dt="2022-12-07T05:26:17.844" v="1421" actId="26606"/>
          <ac:grpSpMkLst>
            <pc:docMk/>
            <pc:sldMk cId="522992476" sldId="262"/>
            <ac:grpSpMk id="10" creationId="{88C9B83F-64CD-41C1-925F-A08801FFD0BD}"/>
          </ac:grpSpMkLst>
        </pc:grpChg>
        <pc:picChg chg="add">
          <ac:chgData name="Jakub Rybacki" userId="71160f026d85cc38" providerId="LiveId" clId="{F2062A1B-74E2-403E-BDC6-577771443053}" dt="2022-12-07T05:26:17.844" v="1421" actId="26606"/>
          <ac:picMkLst>
            <pc:docMk/>
            <pc:sldMk cId="522992476" sldId="262"/>
            <ac:picMk id="6" creationId="{9F63A0F3-49F1-C9F4-0031-E8186458FDAB}"/>
          </ac:picMkLst>
        </pc:picChg>
      </pc:sldChg>
      <pc:sldChg chg="addSp delSp modSp new mod setBg setClrOvrMap">
        <pc:chgData name="Jakub Rybacki" userId="71160f026d85cc38" providerId="LiveId" clId="{F2062A1B-74E2-403E-BDC6-577771443053}" dt="2022-12-07T05:52:18.054" v="1804" actId="20577"/>
        <pc:sldMkLst>
          <pc:docMk/>
          <pc:sldMk cId="2250958006" sldId="263"/>
        </pc:sldMkLst>
        <pc:spChg chg="mod">
          <ac:chgData name="Jakub Rybacki" userId="71160f026d85cc38" providerId="LiveId" clId="{F2062A1B-74E2-403E-BDC6-577771443053}" dt="2022-12-07T05:51:07.808" v="1668" actId="26606"/>
          <ac:spMkLst>
            <pc:docMk/>
            <pc:sldMk cId="2250958006" sldId="263"/>
            <ac:spMk id="2" creationId="{032B0F0D-4EC5-1046-3183-DC3F3579D1B5}"/>
          </ac:spMkLst>
        </pc:spChg>
        <pc:spChg chg="mod">
          <ac:chgData name="Jakub Rybacki" userId="71160f026d85cc38" providerId="LiveId" clId="{F2062A1B-74E2-403E-BDC6-577771443053}" dt="2022-12-07T05:52:18.054" v="1804" actId="20577"/>
          <ac:spMkLst>
            <pc:docMk/>
            <pc:sldMk cId="2250958006" sldId="263"/>
            <ac:spMk id="3" creationId="{AAB1174E-AC10-EF1B-8C42-5C79FE32C0E7}"/>
          </ac:spMkLst>
        </pc:spChg>
        <pc:spChg chg="add del">
          <ac:chgData name="Jakub Rybacki" userId="71160f026d85cc38" providerId="LiveId" clId="{F2062A1B-74E2-403E-BDC6-577771443053}" dt="2022-12-07T05:51:07.808" v="1668" actId="26606"/>
          <ac:spMkLst>
            <pc:docMk/>
            <pc:sldMk cId="2250958006" sldId="263"/>
            <ac:spMk id="9" creationId="{3BCB5F6A-9EB0-40B0-9D13-3023E9A20508}"/>
          </ac:spMkLst>
        </pc:spChg>
        <pc:spChg chg="add">
          <ac:chgData name="Jakub Rybacki" userId="71160f026d85cc38" providerId="LiveId" clId="{F2062A1B-74E2-403E-BDC6-577771443053}" dt="2022-12-07T05:51:07.808" v="1668" actId="26606"/>
          <ac:spMkLst>
            <pc:docMk/>
            <pc:sldMk cId="2250958006" sldId="263"/>
            <ac:spMk id="14" creationId="{D94A7024-D948-494D-8920-BBA2DA07D15B}"/>
          </ac:spMkLst>
        </pc:spChg>
        <pc:picChg chg="add mod ord">
          <ac:chgData name="Jakub Rybacki" userId="71160f026d85cc38" providerId="LiveId" clId="{F2062A1B-74E2-403E-BDC6-577771443053}" dt="2022-12-07T05:51:07.808" v="1668" actId="26606"/>
          <ac:picMkLst>
            <pc:docMk/>
            <pc:sldMk cId="2250958006" sldId="263"/>
            <ac:picMk id="5" creationId="{7D2A5EBC-58A1-18A8-54D9-8967CDAF487E}"/>
          </ac:picMkLst>
        </pc:picChg>
      </pc:sldChg>
      <pc:sldChg chg="addSp delSp modSp new mod setBg addAnim delAnim">
        <pc:chgData name="Jakub Rybacki" userId="71160f026d85cc38" providerId="LiveId" clId="{F2062A1B-74E2-403E-BDC6-577771443053}" dt="2022-12-07T05:49:01.837" v="1574" actId="20577"/>
        <pc:sldMkLst>
          <pc:docMk/>
          <pc:sldMk cId="2871475465" sldId="264"/>
        </pc:sldMkLst>
        <pc:spChg chg="mod ord">
          <ac:chgData name="Jakub Rybacki" userId="71160f026d85cc38" providerId="LiveId" clId="{F2062A1B-74E2-403E-BDC6-577771443053}" dt="2022-12-07T05:48:59.110" v="1572" actId="26606"/>
          <ac:spMkLst>
            <pc:docMk/>
            <pc:sldMk cId="2871475465" sldId="264"/>
            <ac:spMk id="2" creationId="{F622505E-496B-E242-1BE3-56713011D942}"/>
          </ac:spMkLst>
        </pc:spChg>
        <pc:spChg chg="add del mod">
          <ac:chgData name="Jakub Rybacki" userId="71160f026d85cc38" providerId="LiveId" clId="{F2062A1B-74E2-403E-BDC6-577771443053}" dt="2022-12-07T05:49:01.837" v="1574" actId="20577"/>
          <ac:spMkLst>
            <pc:docMk/>
            <pc:sldMk cId="2871475465" sldId="264"/>
            <ac:spMk id="3" creationId="{797D0BDC-394C-B7B0-03DA-8F52FB71524C}"/>
          </ac:spMkLst>
        </pc:spChg>
        <pc:spChg chg="add del">
          <ac:chgData name="Jakub Rybacki" userId="71160f026d85cc38" providerId="LiveId" clId="{F2062A1B-74E2-403E-BDC6-577771443053}" dt="2022-12-07T05:48:21.472" v="1527" actId="26606"/>
          <ac:spMkLst>
            <pc:docMk/>
            <pc:sldMk cId="2871475465" sldId="264"/>
            <ac:spMk id="22" creationId="{AA330523-F25B-4007-B3E5-ABB5637D160A}"/>
          </ac:spMkLst>
        </pc:spChg>
        <pc:spChg chg="add del">
          <ac:chgData name="Jakub Rybacki" userId="71160f026d85cc38" providerId="LiveId" clId="{F2062A1B-74E2-403E-BDC6-577771443053}" dt="2022-12-07T05:48:24.612" v="1532" actId="26606"/>
          <ac:spMkLst>
            <pc:docMk/>
            <pc:sldMk cId="2871475465" sldId="264"/>
            <ac:spMk id="26" creationId="{66D61E08-70C3-48D8-BEA0-787111DC30DA}"/>
          </ac:spMkLst>
        </pc:spChg>
        <pc:spChg chg="add del">
          <ac:chgData name="Jakub Rybacki" userId="71160f026d85cc38" providerId="LiveId" clId="{F2062A1B-74E2-403E-BDC6-577771443053}" dt="2022-12-07T05:48:24.612" v="1532" actId="26606"/>
          <ac:spMkLst>
            <pc:docMk/>
            <pc:sldMk cId="2871475465" sldId="264"/>
            <ac:spMk id="28" creationId="{FC55298F-0AE5-478E-AD2B-03C2614C5833}"/>
          </ac:spMkLst>
        </pc:spChg>
        <pc:spChg chg="add del">
          <ac:chgData name="Jakub Rybacki" userId="71160f026d85cc38" providerId="LiveId" clId="{F2062A1B-74E2-403E-BDC6-577771443053}" dt="2022-12-07T05:48:24.612" v="1532" actId="26606"/>
          <ac:spMkLst>
            <pc:docMk/>
            <pc:sldMk cId="2871475465" sldId="264"/>
            <ac:spMk id="30" creationId="{C180E4EA-0B63-4779-A895-7E90E71088F3}"/>
          </ac:spMkLst>
        </pc:spChg>
        <pc:spChg chg="add del">
          <ac:chgData name="Jakub Rybacki" userId="71160f026d85cc38" providerId="LiveId" clId="{F2062A1B-74E2-403E-BDC6-577771443053}" dt="2022-12-07T05:48:24.612" v="1532" actId="26606"/>
          <ac:spMkLst>
            <pc:docMk/>
            <pc:sldMk cId="2871475465" sldId="264"/>
            <ac:spMk id="32" creationId="{CEE01D9D-3DE8-4EED-B0D3-8F3C79CC7673}"/>
          </ac:spMkLst>
        </pc:spChg>
        <pc:spChg chg="add del">
          <ac:chgData name="Jakub Rybacki" userId="71160f026d85cc38" providerId="LiveId" clId="{F2062A1B-74E2-403E-BDC6-577771443053}" dt="2022-12-07T05:48:24.612" v="1532" actId="26606"/>
          <ac:spMkLst>
            <pc:docMk/>
            <pc:sldMk cId="2871475465" sldId="264"/>
            <ac:spMk id="34" creationId="{89AF5CE9-607F-43F4-8983-DCD6DA4051FD}"/>
          </ac:spMkLst>
        </pc:spChg>
        <pc:spChg chg="add del">
          <ac:chgData name="Jakub Rybacki" userId="71160f026d85cc38" providerId="LiveId" clId="{F2062A1B-74E2-403E-BDC6-577771443053}" dt="2022-12-07T05:48:24.612" v="1532" actId="26606"/>
          <ac:spMkLst>
            <pc:docMk/>
            <pc:sldMk cId="2871475465" sldId="264"/>
            <ac:spMk id="36" creationId="{6EEA2DBD-9E1E-4521-8C01-F32AD18A89E3}"/>
          </ac:spMkLst>
        </pc:spChg>
        <pc:spChg chg="add del">
          <ac:chgData name="Jakub Rybacki" userId="71160f026d85cc38" providerId="LiveId" clId="{F2062A1B-74E2-403E-BDC6-577771443053}" dt="2022-12-07T05:48:24.612" v="1532" actId="26606"/>
          <ac:spMkLst>
            <pc:docMk/>
            <pc:sldMk cId="2871475465" sldId="264"/>
            <ac:spMk id="38" creationId="{15BBD2C1-BA9B-46A9-A27A-33498B169272}"/>
          </ac:spMkLst>
        </pc:spChg>
        <pc:grpChg chg="add">
          <ac:chgData name="Jakub Rybacki" userId="71160f026d85cc38" providerId="LiveId" clId="{F2062A1B-74E2-403E-BDC6-577771443053}" dt="2022-12-07T05:48:59.110" v="1572" actId="26606"/>
          <ac:grpSpMkLst>
            <pc:docMk/>
            <pc:sldMk cId="2871475465" sldId="264"/>
            <ac:grpSpMk id="7" creationId="{88C9B83F-64CD-41C1-925F-A08801FFD0BD}"/>
          </ac:grpSpMkLst>
        </pc:grpChg>
        <pc:grpChg chg="add del">
          <ac:chgData name="Jakub Rybacki" userId="71160f026d85cc38" providerId="LiveId" clId="{F2062A1B-74E2-403E-BDC6-577771443053}" dt="2022-12-07T05:48:21.472" v="1527" actId="26606"/>
          <ac:grpSpMkLst>
            <pc:docMk/>
            <pc:sldMk cId="2871475465" sldId="264"/>
            <ac:grpSpMk id="10" creationId="{B4DE830A-B531-4A3B-96F6-0ECE88B08555}"/>
          </ac:grpSpMkLst>
        </pc:grpChg>
        <pc:grpChg chg="add del">
          <ac:chgData name="Jakub Rybacki" userId="71160f026d85cc38" providerId="LiveId" clId="{F2062A1B-74E2-403E-BDC6-577771443053}" dt="2022-12-07T05:48:23.816" v="1530" actId="26606"/>
          <ac:grpSpMkLst>
            <pc:docMk/>
            <pc:sldMk cId="2871475465" sldId="264"/>
            <ac:grpSpMk id="24" creationId="{88C9B83F-64CD-41C1-925F-A08801FFD0BD}"/>
          </ac:grpSpMkLst>
        </pc:grpChg>
        <pc:grpChg chg="add del">
          <ac:chgData name="Jakub Rybacki" userId="71160f026d85cc38" providerId="LiveId" clId="{F2062A1B-74E2-403E-BDC6-577771443053}" dt="2022-12-07T05:48:24.612" v="1532" actId="26606"/>
          <ac:grpSpMkLst>
            <pc:docMk/>
            <pc:sldMk cId="2871475465" sldId="264"/>
            <ac:grpSpMk id="27" creationId="{88C9B83F-64CD-41C1-925F-A08801FFD0BD}"/>
          </ac:grpSpMkLst>
        </pc:grpChg>
        <pc:grpChg chg="add del">
          <ac:chgData name="Jakub Rybacki" userId="71160f026d85cc38" providerId="LiveId" clId="{F2062A1B-74E2-403E-BDC6-577771443053}" dt="2022-12-07T05:48:27.936" v="1534" actId="26606"/>
          <ac:grpSpMkLst>
            <pc:docMk/>
            <pc:sldMk cId="2871475465" sldId="264"/>
            <ac:grpSpMk id="40" creationId="{B4DE830A-B531-4A3B-96F6-0ECE88B08555}"/>
          </ac:grpSpMkLst>
        </pc:grpChg>
        <pc:grpChg chg="add del">
          <ac:chgData name="Jakub Rybacki" userId="71160f026d85cc38" providerId="LiveId" clId="{F2062A1B-74E2-403E-BDC6-577771443053}" dt="2022-12-07T05:48:41.512" v="1537" actId="26606"/>
          <ac:grpSpMkLst>
            <pc:docMk/>
            <pc:sldMk cId="2871475465" sldId="264"/>
            <ac:grpSpMk id="42" creationId="{88C9B83F-64CD-41C1-925F-A08801FFD0BD}"/>
          </ac:grpSpMkLst>
        </pc:grpChg>
        <pc:picChg chg="add mod">
          <ac:chgData name="Jakub Rybacki" userId="71160f026d85cc38" providerId="LiveId" clId="{F2062A1B-74E2-403E-BDC6-577771443053}" dt="2022-12-07T05:48:59.110" v="1572" actId="26606"/>
          <ac:picMkLst>
            <pc:docMk/>
            <pc:sldMk cId="2871475465" sldId="264"/>
            <ac:picMk id="5" creationId="{61A0B03F-424C-4C16-0814-FAE678C9E430}"/>
          </ac:picMkLst>
        </pc:picChg>
        <pc:cxnChg chg="add del">
          <ac:chgData name="Jakub Rybacki" userId="71160f026d85cc38" providerId="LiveId" clId="{F2062A1B-74E2-403E-BDC6-577771443053}" dt="2022-12-07T05:48:24.612" v="1532" actId="26606"/>
          <ac:cxnSpMkLst>
            <pc:docMk/>
            <pc:sldMk cId="2871475465" sldId="264"/>
            <ac:cxnSpMk id="29" creationId="{A57C1A16-B8AB-4D99-A195-A38F556A6486}"/>
          </ac:cxnSpMkLst>
        </pc:cxnChg>
        <pc:cxnChg chg="add del">
          <ac:chgData name="Jakub Rybacki" userId="71160f026d85cc38" providerId="LiveId" clId="{F2062A1B-74E2-403E-BDC6-577771443053}" dt="2022-12-07T05:48:24.612" v="1532" actId="26606"/>
          <ac:cxnSpMkLst>
            <pc:docMk/>
            <pc:sldMk cId="2871475465" sldId="264"/>
            <ac:cxnSpMk id="31" creationId="{F8A9B20B-D1DD-4573-B5EC-558029519236}"/>
          </ac:cxnSpMkLst>
        </pc:cxnChg>
      </pc:sldChg>
      <pc:sldChg chg="addSp delSp modSp new del mod setBg setClrOvrMap">
        <pc:chgData name="Jakub Rybacki" userId="71160f026d85cc38" providerId="LiveId" clId="{F2062A1B-74E2-403E-BDC6-577771443053}" dt="2022-12-07T21:30:43.078" v="3514" actId="47"/>
        <pc:sldMkLst>
          <pc:docMk/>
          <pc:sldMk cId="2288825953" sldId="265"/>
        </pc:sldMkLst>
        <pc:spChg chg="mod ord">
          <ac:chgData name="Jakub Rybacki" userId="71160f026d85cc38" providerId="LiveId" clId="{F2062A1B-74E2-403E-BDC6-577771443053}" dt="2022-12-07T20:30:25.508" v="2502" actId="26606"/>
          <ac:spMkLst>
            <pc:docMk/>
            <pc:sldMk cId="2288825953" sldId="265"/>
            <ac:spMk id="2" creationId="{3B8E1559-B9E6-D054-BABD-D44BE1F41518}"/>
          </ac:spMkLst>
        </pc:spChg>
        <pc:spChg chg="add del">
          <ac:chgData name="Jakub Rybacki" userId="71160f026d85cc38" providerId="LiveId" clId="{F2062A1B-74E2-403E-BDC6-577771443053}" dt="2022-12-07T20:30:25.508" v="2502" actId="26606"/>
          <ac:spMkLst>
            <pc:docMk/>
            <pc:sldMk cId="2288825953" sldId="265"/>
            <ac:spMk id="3" creationId="{57504B39-E1CA-C4BB-57C1-9DE77253F74B}"/>
          </ac:spMkLst>
        </pc:spChg>
        <pc:spChg chg="add del">
          <ac:chgData name="Jakub Rybacki" userId="71160f026d85cc38" providerId="LiveId" clId="{F2062A1B-74E2-403E-BDC6-577771443053}" dt="2022-12-07T20:29:05.373" v="2484" actId="26606"/>
          <ac:spMkLst>
            <pc:docMk/>
            <pc:sldMk cId="2288825953" sldId="265"/>
            <ac:spMk id="22" creationId="{D94A7024-D948-494D-8920-BBA2DA07D15B}"/>
          </ac:spMkLst>
        </pc:spChg>
        <pc:spChg chg="add del">
          <ac:chgData name="Jakub Rybacki" userId="71160f026d85cc38" providerId="LiveId" clId="{F2062A1B-74E2-403E-BDC6-577771443053}" dt="2022-12-07T20:29:05.373" v="2484" actId="26606"/>
          <ac:spMkLst>
            <pc:docMk/>
            <pc:sldMk cId="2288825953" sldId="265"/>
            <ac:spMk id="23" creationId="{57504B39-E1CA-C4BB-57C1-9DE77253F74B}"/>
          </ac:spMkLst>
        </pc:spChg>
        <pc:spChg chg="add del">
          <ac:chgData name="Jakub Rybacki" userId="71160f026d85cc38" providerId="LiveId" clId="{F2062A1B-74E2-403E-BDC6-577771443053}" dt="2022-12-07T20:29:06.960" v="2486" actId="26606"/>
          <ac:spMkLst>
            <pc:docMk/>
            <pc:sldMk cId="2288825953" sldId="265"/>
            <ac:spMk id="25" creationId="{57504B39-E1CA-C4BB-57C1-9DE77253F74B}"/>
          </ac:spMkLst>
        </pc:spChg>
        <pc:spChg chg="add mod">
          <ac:chgData name="Jakub Rybacki" userId="71160f026d85cc38" providerId="LiveId" clId="{F2062A1B-74E2-403E-BDC6-577771443053}" dt="2022-12-07T21:30:26.852" v="3509" actId="21"/>
          <ac:spMkLst>
            <pc:docMk/>
            <pc:sldMk cId="2288825953" sldId="265"/>
            <ac:spMk id="30" creationId="{77D9E5E1-CBFC-C49A-E069-DE6B1EFD4FF9}"/>
          </ac:spMkLst>
        </pc:spChg>
        <pc:grpChg chg="add del">
          <ac:chgData name="Jakub Rybacki" userId="71160f026d85cc38" providerId="LiveId" clId="{F2062A1B-74E2-403E-BDC6-577771443053}" dt="2022-12-07T20:29:16.419" v="2489" actId="26606"/>
          <ac:grpSpMkLst>
            <pc:docMk/>
            <pc:sldMk cId="2288825953" sldId="265"/>
            <ac:grpSpMk id="7" creationId="{B4DE830A-B531-4A3B-96F6-0ECE88B08555}"/>
          </ac:grpSpMkLst>
        </pc:grpChg>
        <pc:grpChg chg="add del">
          <ac:chgData name="Jakub Rybacki" userId="71160f026d85cc38" providerId="LiveId" clId="{F2062A1B-74E2-403E-BDC6-577771443053}" dt="2022-12-07T20:29:03.948" v="2482" actId="26606"/>
          <ac:grpSpMkLst>
            <pc:docMk/>
            <pc:sldMk cId="2288825953" sldId="265"/>
            <ac:grpSpMk id="10" creationId="{B4DE830A-B531-4A3B-96F6-0ECE88B08555}"/>
          </ac:grpSpMkLst>
        </pc:grpChg>
        <pc:grpChg chg="add del">
          <ac:chgData name="Jakub Rybacki" userId="71160f026d85cc38" providerId="LiveId" clId="{F2062A1B-74E2-403E-BDC6-577771443053}" dt="2022-12-07T20:30:24.594" v="2499" actId="26606"/>
          <ac:grpSpMkLst>
            <pc:docMk/>
            <pc:sldMk cId="2288825953" sldId="265"/>
            <ac:grpSpMk id="13" creationId="{B4DE830A-B531-4A3B-96F6-0ECE88B08555}"/>
          </ac:grpSpMkLst>
        </pc:grpChg>
        <pc:grpChg chg="add del">
          <ac:chgData name="Jakub Rybacki" userId="71160f026d85cc38" providerId="LiveId" clId="{F2062A1B-74E2-403E-BDC6-577771443053}" dt="2022-12-07T20:29:17.616" v="2491" actId="26606"/>
          <ac:grpSpMkLst>
            <pc:docMk/>
            <pc:sldMk cId="2288825953" sldId="265"/>
            <ac:grpSpMk id="24" creationId="{B4DE830A-B531-4A3B-96F6-0ECE88B08555}"/>
          </ac:grpSpMkLst>
        </pc:grpChg>
        <pc:grpChg chg="add del">
          <ac:chgData name="Jakub Rybacki" userId="71160f026d85cc38" providerId="LiveId" clId="{F2062A1B-74E2-403E-BDC6-577771443053}" dt="2022-12-07T20:29:37.692" v="2493" actId="26606"/>
          <ac:grpSpMkLst>
            <pc:docMk/>
            <pc:sldMk cId="2288825953" sldId="265"/>
            <ac:grpSpMk id="26" creationId="{B4DE830A-B531-4A3B-96F6-0ECE88B08555}"/>
          </ac:grpSpMkLst>
        </pc:grpChg>
        <pc:grpChg chg="add del">
          <ac:chgData name="Jakub Rybacki" userId="71160f026d85cc38" providerId="LiveId" clId="{F2062A1B-74E2-403E-BDC6-577771443053}" dt="2022-12-07T20:30:25.504" v="2501" actId="26606"/>
          <ac:grpSpMkLst>
            <pc:docMk/>
            <pc:sldMk cId="2288825953" sldId="265"/>
            <ac:grpSpMk id="27" creationId="{B4DE830A-B531-4A3B-96F6-0ECE88B08555}"/>
          </ac:grpSpMkLst>
        </pc:grpChg>
        <pc:grpChg chg="add">
          <ac:chgData name="Jakub Rybacki" userId="71160f026d85cc38" providerId="LiveId" clId="{F2062A1B-74E2-403E-BDC6-577771443053}" dt="2022-12-07T20:30:25.508" v="2502" actId="26606"/>
          <ac:grpSpMkLst>
            <pc:docMk/>
            <pc:sldMk cId="2288825953" sldId="265"/>
            <ac:grpSpMk id="31" creationId="{B4DE830A-B531-4A3B-96F6-0ECE88B08555}"/>
          </ac:grpSpMkLst>
        </pc:grpChg>
        <pc:picChg chg="add del mod">
          <ac:chgData name="Jakub Rybacki" userId="71160f026d85cc38" providerId="LiveId" clId="{F2062A1B-74E2-403E-BDC6-577771443053}" dt="2022-12-07T20:29:43.032" v="2496" actId="21"/>
          <ac:picMkLst>
            <pc:docMk/>
            <pc:sldMk cId="2288825953" sldId="265"/>
            <ac:picMk id="5" creationId="{7A5587E1-6F5C-2C34-B456-608431E8915F}"/>
          </ac:picMkLst>
        </pc:picChg>
        <pc:picChg chg="add del mod">
          <ac:chgData name="Jakub Rybacki" userId="71160f026d85cc38" providerId="LiveId" clId="{F2062A1B-74E2-403E-BDC6-577771443053}" dt="2022-12-07T21:30:26.852" v="3509" actId="21"/>
          <ac:picMkLst>
            <pc:docMk/>
            <pc:sldMk cId="2288825953" sldId="265"/>
            <ac:picMk id="8" creationId="{3EB465A0-64B6-0683-1525-B272BB6A6695}"/>
          </ac:picMkLst>
        </pc:picChg>
      </pc:sldChg>
      <pc:sldChg chg="addSp delSp modSp new mod">
        <pc:chgData name="Jakub Rybacki" userId="71160f026d85cc38" providerId="LiveId" clId="{F2062A1B-74E2-403E-BDC6-577771443053}" dt="2022-12-07T21:04:45.487" v="3022" actId="313"/>
        <pc:sldMkLst>
          <pc:docMk/>
          <pc:sldMk cId="4075639091" sldId="266"/>
        </pc:sldMkLst>
        <pc:spChg chg="mod">
          <ac:chgData name="Jakub Rybacki" userId="71160f026d85cc38" providerId="LiveId" clId="{F2062A1B-74E2-403E-BDC6-577771443053}" dt="2022-12-07T05:59:16.269" v="1985" actId="20577"/>
          <ac:spMkLst>
            <pc:docMk/>
            <pc:sldMk cId="4075639091" sldId="266"/>
            <ac:spMk id="2" creationId="{97AEEDDC-E7F8-B138-0385-BFBBAE811F31}"/>
          </ac:spMkLst>
        </pc:spChg>
        <pc:spChg chg="mod">
          <ac:chgData name="Jakub Rybacki" userId="71160f026d85cc38" providerId="LiveId" clId="{F2062A1B-74E2-403E-BDC6-577771443053}" dt="2022-12-07T21:04:45.487" v="3022" actId="313"/>
          <ac:spMkLst>
            <pc:docMk/>
            <pc:sldMk cId="4075639091" sldId="266"/>
            <ac:spMk id="3" creationId="{E4578AB9-0D7C-59C0-EF23-393ABAD35BA9}"/>
          </ac:spMkLst>
        </pc:spChg>
        <pc:spChg chg="add del">
          <ac:chgData name="Jakub Rybacki" userId="71160f026d85cc38" providerId="LiveId" clId="{F2062A1B-74E2-403E-BDC6-577771443053}" dt="2022-12-07T20:57:25.235" v="2726"/>
          <ac:spMkLst>
            <pc:docMk/>
            <pc:sldMk cId="4075639091" sldId="266"/>
            <ac:spMk id="4" creationId="{58D196F3-25E1-B6DD-4188-52FE6F4E117A}"/>
          </ac:spMkLst>
        </pc:spChg>
        <pc:spChg chg="add del">
          <ac:chgData name="Jakub Rybacki" userId="71160f026d85cc38" providerId="LiveId" clId="{F2062A1B-74E2-403E-BDC6-577771443053}" dt="2022-12-07T20:57:27.751" v="2728"/>
          <ac:spMkLst>
            <pc:docMk/>
            <pc:sldMk cId="4075639091" sldId="266"/>
            <ac:spMk id="5" creationId="{F607F69D-D1CB-7B0B-E053-B6555189BD83}"/>
          </ac:spMkLst>
        </pc:spChg>
        <pc:spChg chg="add del">
          <ac:chgData name="Jakub Rybacki" userId="71160f026d85cc38" providerId="LiveId" clId="{F2062A1B-74E2-403E-BDC6-577771443053}" dt="2022-12-07T20:57:31.951" v="2730"/>
          <ac:spMkLst>
            <pc:docMk/>
            <pc:sldMk cId="4075639091" sldId="266"/>
            <ac:spMk id="6" creationId="{6F2C9035-1F0B-39DF-050B-0156767693E0}"/>
          </ac:spMkLst>
        </pc:spChg>
        <pc:spChg chg="add del">
          <ac:chgData name="Jakub Rybacki" userId="71160f026d85cc38" providerId="LiveId" clId="{F2062A1B-74E2-403E-BDC6-577771443053}" dt="2022-12-07T20:57:34.118" v="2732"/>
          <ac:spMkLst>
            <pc:docMk/>
            <pc:sldMk cId="4075639091" sldId="266"/>
            <ac:spMk id="7" creationId="{10E76DF3-C680-550C-C97F-ED7148B70F83}"/>
          </ac:spMkLst>
        </pc:spChg>
        <pc:picChg chg="add del">
          <ac:chgData name="Jakub Rybacki" userId="71160f026d85cc38" providerId="LiveId" clId="{F2062A1B-74E2-403E-BDC6-577771443053}" dt="2022-12-07T20:58:25.590" v="2734" actId="478"/>
          <ac:picMkLst>
            <pc:docMk/>
            <pc:sldMk cId="4075639091" sldId="266"/>
            <ac:picMk id="9" creationId="{6F65CE89-FBFC-5745-8204-B43D8A7FF23C}"/>
          </ac:picMkLst>
        </pc:picChg>
        <pc:picChg chg="add mod">
          <ac:chgData name="Jakub Rybacki" userId="71160f026d85cc38" providerId="LiveId" clId="{F2062A1B-74E2-403E-BDC6-577771443053}" dt="2022-12-07T20:58:37.288" v="2737" actId="1076"/>
          <ac:picMkLst>
            <pc:docMk/>
            <pc:sldMk cId="4075639091" sldId="266"/>
            <ac:picMk id="11" creationId="{9FF55C0C-D144-6392-DA31-A0C154A29A60}"/>
          </ac:picMkLst>
        </pc:picChg>
      </pc:sldChg>
      <pc:sldChg chg="addSp modSp new mod setBg">
        <pc:chgData name="Jakub Rybacki" userId="71160f026d85cc38" providerId="LiveId" clId="{F2062A1B-74E2-403E-BDC6-577771443053}" dt="2022-12-07T21:34:23.463" v="3579" actId="14100"/>
        <pc:sldMkLst>
          <pc:docMk/>
          <pc:sldMk cId="3156383463" sldId="267"/>
        </pc:sldMkLst>
        <pc:spChg chg="mod">
          <ac:chgData name="Jakub Rybacki" userId="71160f026d85cc38" providerId="LiveId" clId="{F2062A1B-74E2-403E-BDC6-577771443053}" dt="2022-12-07T20:38:51.223" v="2511" actId="26606"/>
          <ac:spMkLst>
            <pc:docMk/>
            <pc:sldMk cId="3156383463" sldId="267"/>
            <ac:spMk id="2" creationId="{C3B275E1-B1D1-9209-8728-D273EC6ADA90}"/>
          </ac:spMkLst>
        </pc:spChg>
        <pc:spChg chg="mod">
          <ac:chgData name="Jakub Rybacki" userId="71160f026d85cc38" providerId="LiveId" clId="{F2062A1B-74E2-403E-BDC6-577771443053}" dt="2022-12-07T20:40:16.559" v="2620" actId="20577"/>
          <ac:spMkLst>
            <pc:docMk/>
            <pc:sldMk cId="3156383463" sldId="267"/>
            <ac:spMk id="3" creationId="{DB622AA3-79F8-DD1B-F6D9-D32D42497EDE}"/>
          </ac:spMkLst>
        </pc:spChg>
        <pc:graphicFrameChg chg="add mod">
          <ac:chgData name="Jakub Rybacki" userId="71160f026d85cc38" providerId="LiveId" clId="{F2062A1B-74E2-403E-BDC6-577771443053}" dt="2022-12-07T21:34:23.463" v="3579" actId="14100"/>
          <ac:graphicFrameMkLst>
            <pc:docMk/>
            <pc:sldMk cId="3156383463" sldId="267"/>
            <ac:graphicFrameMk id="4" creationId="{19176EE6-9F0B-E06E-D93E-0F9017F8F164}"/>
          </ac:graphicFrameMkLst>
        </pc:graphicFrameChg>
      </pc:sldChg>
      <pc:sldChg chg="addSp modSp new mod setBg">
        <pc:chgData name="Jakub Rybacki" userId="71160f026d85cc38" providerId="LiveId" clId="{F2062A1B-74E2-403E-BDC6-577771443053}" dt="2022-12-07T20:37:14.016" v="2508" actId="26606"/>
        <pc:sldMkLst>
          <pc:docMk/>
          <pc:sldMk cId="2912378615" sldId="268"/>
        </pc:sldMkLst>
        <pc:spChg chg="mod">
          <ac:chgData name="Jakub Rybacki" userId="71160f026d85cc38" providerId="LiveId" clId="{F2062A1B-74E2-403E-BDC6-577771443053}" dt="2022-12-07T20:37:14.016" v="2508" actId="26606"/>
          <ac:spMkLst>
            <pc:docMk/>
            <pc:sldMk cId="2912378615" sldId="268"/>
            <ac:spMk id="2" creationId="{86444B0D-141C-A1FB-38C8-BCD64C878BF9}"/>
          </ac:spMkLst>
        </pc:spChg>
        <pc:spChg chg="mod ord">
          <ac:chgData name="Jakub Rybacki" userId="71160f026d85cc38" providerId="LiveId" clId="{F2062A1B-74E2-403E-BDC6-577771443053}" dt="2022-12-07T20:37:14.016" v="2508" actId="26606"/>
          <ac:spMkLst>
            <pc:docMk/>
            <pc:sldMk cId="2912378615" sldId="268"/>
            <ac:spMk id="3" creationId="{47489B4A-A187-5888-6337-0328BC39C363}"/>
          </ac:spMkLst>
        </pc:spChg>
        <pc:picChg chg="add mod">
          <ac:chgData name="Jakub Rybacki" userId="71160f026d85cc38" providerId="LiveId" clId="{F2062A1B-74E2-403E-BDC6-577771443053}" dt="2022-12-07T20:37:14.016" v="2508" actId="26606"/>
          <ac:picMkLst>
            <pc:docMk/>
            <pc:sldMk cId="2912378615" sldId="268"/>
            <ac:picMk id="5" creationId="{1A0388D8-628E-61C0-FAAF-08D022EE24A6}"/>
          </ac:picMkLst>
        </pc:picChg>
      </pc:sldChg>
      <pc:sldChg chg="addSp delSp modSp new mod setBg setClrOvrMap">
        <pc:chgData name="Jakub Rybacki" userId="71160f026d85cc38" providerId="LiveId" clId="{F2062A1B-74E2-403E-BDC6-577771443053}" dt="2022-12-07T21:26:51.348" v="3424" actId="1076"/>
        <pc:sldMkLst>
          <pc:docMk/>
          <pc:sldMk cId="2319246573" sldId="269"/>
        </pc:sldMkLst>
        <pc:spChg chg="del mod">
          <ac:chgData name="Jakub Rybacki" userId="71160f026d85cc38" providerId="LiveId" clId="{F2062A1B-74E2-403E-BDC6-577771443053}" dt="2022-12-07T21:24:34.938" v="3408" actId="478"/>
          <ac:spMkLst>
            <pc:docMk/>
            <pc:sldMk cId="2319246573" sldId="269"/>
            <ac:spMk id="2" creationId="{7F6A3A4A-8420-16F4-CECA-95E443626882}"/>
          </ac:spMkLst>
        </pc:spChg>
        <pc:spChg chg="del">
          <ac:chgData name="Jakub Rybacki" userId="71160f026d85cc38" providerId="LiveId" clId="{F2062A1B-74E2-403E-BDC6-577771443053}" dt="2022-12-07T20:45:09.417" v="2622" actId="22"/>
          <ac:spMkLst>
            <pc:docMk/>
            <pc:sldMk cId="2319246573" sldId="269"/>
            <ac:spMk id="3" creationId="{6108CA8B-1524-1032-B47B-BE41CD159400}"/>
          </ac:spMkLst>
        </pc:spChg>
        <pc:spChg chg="add mod">
          <ac:chgData name="Jakub Rybacki" userId="71160f026d85cc38" providerId="LiveId" clId="{F2062A1B-74E2-403E-BDC6-577771443053}" dt="2022-12-07T21:26:39.698" v="3422"/>
          <ac:spMkLst>
            <pc:docMk/>
            <pc:sldMk cId="2319246573" sldId="269"/>
            <ac:spMk id="10" creationId="{0109BC0A-B6C9-46F8-D004-D41C8A917AB9}"/>
          </ac:spMkLst>
        </pc:spChg>
        <pc:spChg chg="add del">
          <ac:chgData name="Jakub Rybacki" userId="71160f026d85cc38" providerId="LiveId" clId="{F2062A1B-74E2-403E-BDC6-577771443053}" dt="2022-12-07T20:45:56.710" v="2633" actId="478"/>
          <ac:spMkLst>
            <pc:docMk/>
            <pc:sldMk cId="2319246573" sldId="269"/>
            <ac:spMk id="11" creationId="{AAB5336D-CB7F-D88E-C9B5-DDCF0C727AB3}"/>
          </ac:spMkLst>
        </pc:spChg>
        <pc:spChg chg="add del">
          <ac:chgData name="Jakub Rybacki" userId="71160f026d85cc38" providerId="LiveId" clId="{F2062A1B-74E2-403E-BDC6-577771443053}" dt="2022-12-07T20:45:51.662" v="2631" actId="26606"/>
          <ac:spMkLst>
            <pc:docMk/>
            <pc:sldMk cId="2319246573" sldId="269"/>
            <ac:spMk id="24" creationId="{4F71A406-3CB7-4E4D-B434-24E6AA4F3997}"/>
          </ac:spMkLst>
        </pc:spChg>
        <pc:grpChg chg="add">
          <ac:chgData name="Jakub Rybacki" userId="71160f026d85cc38" providerId="LiveId" clId="{F2062A1B-74E2-403E-BDC6-577771443053}" dt="2022-12-07T20:46:16.986" v="2674" actId="26606"/>
          <ac:grpSpMkLst>
            <pc:docMk/>
            <pc:sldMk cId="2319246573" sldId="269"/>
            <ac:grpSpMk id="9" creationId="{90A61547-2555-4DE2-A37F-A53E54917441}"/>
          </ac:grpSpMkLst>
        </pc:grpChg>
        <pc:grpChg chg="add del">
          <ac:chgData name="Jakub Rybacki" userId="71160f026d85cc38" providerId="LiveId" clId="{F2062A1B-74E2-403E-BDC6-577771443053}" dt="2022-12-07T20:45:51.662" v="2631" actId="26606"/>
          <ac:grpSpMkLst>
            <pc:docMk/>
            <pc:sldMk cId="2319246573" sldId="269"/>
            <ac:grpSpMk id="12" creationId="{5EA39187-0197-4C1D-BE4A-06B353C7B215}"/>
          </ac:grpSpMkLst>
        </pc:grpChg>
        <pc:picChg chg="add del mod ord">
          <ac:chgData name="Jakub Rybacki" userId="71160f026d85cc38" providerId="LiveId" clId="{F2062A1B-74E2-403E-BDC6-577771443053}" dt="2022-12-07T21:24:12.279" v="3403" actId="21"/>
          <ac:picMkLst>
            <pc:docMk/>
            <pc:sldMk cId="2319246573" sldId="269"/>
            <ac:picMk id="5" creationId="{3C6EECC2-04EE-02B1-1A60-D5690B241801}"/>
          </ac:picMkLst>
        </pc:picChg>
        <pc:picChg chg="add del mod ord">
          <ac:chgData name="Jakub Rybacki" userId="71160f026d85cc38" providerId="LiveId" clId="{F2062A1B-74E2-403E-BDC6-577771443053}" dt="2022-12-07T21:24:31.505" v="3407" actId="478"/>
          <ac:picMkLst>
            <pc:docMk/>
            <pc:sldMk cId="2319246573" sldId="269"/>
            <ac:picMk id="7" creationId="{BAE9A309-986F-95AC-F482-671EA65373A7}"/>
          </ac:picMkLst>
        </pc:picChg>
        <pc:picChg chg="add mod">
          <ac:chgData name="Jakub Rybacki" userId="71160f026d85cc38" providerId="LiveId" clId="{F2062A1B-74E2-403E-BDC6-577771443053}" dt="2022-12-07T21:26:51.348" v="3424" actId="1076"/>
          <ac:picMkLst>
            <pc:docMk/>
            <pc:sldMk cId="2319246573" sldId="269"/>
            <ac:picMk id="25" creationId="{BCBEB275-3308-F783-A0F7-7420082EC917}"/>
          </ac:picMkLst>
        </pc:picChg>
      </pc:sldChg>
      <pc:sldChg chg="new del">
        <pc:chgData name="Jakub Rybacki" userId="71160f026d85cc38" providerId="LiveId" clId="{F2062A1B-74E2-403E-BDC6-577771443053}" dt="2022-12-07T20:33:36.006" v="2504" actId="2696"/>
        <pc:sldMkLst>
          <pc:docMk/>
          <pc:sldMk cId="2937935810" sldId="269"/>
        </pc:sldMkLst>
      </pc:sldChg>
      <pc:sldChg chg="addSp delSp add del mod ord">
        <pc:chgData name="Jakub Rybacki" userId="71160f026d85cc38" providerId="LiveId" clId="{F2062A1B-74E2-403E-BDC6-577771443053}" dt="2022-12-07T20:49:42.852" v="2681" actId="47"/>
        <pc:sldMkLst>
          <pc:docMk/>
          <pc:sldMk cId="474235197" sldId="270"/>
        </pc:sldMkLst>
        <pc:picChg chg="add del">
          <ac:chgData name="Jakub Rybacki" userId="71160f026d85cc38" providerId="LiveId" clId="{F2062A1B-74E2-403E-BDC6-577771443053}" dt="2022-12-07T20:49:41.279" v="2680" actId="478"/>
          <ac:picMkLst>
            <pc:docMk/>
            <pc:sldMk cId="474235197" sldId="270"/>
            <ac:picMk id="5" creationId="{3C6EECC2-04EE-02B1-1A60-D5690B241801}"/>
          </ac:picMkLst>
        </pc:picChg>
        <pc:picChg chg="add del">
          <ac:chgData name="Jakub Rybacki" userId="71160f026d85cc38" providerId="LiveId" clId="{F2062A1B-74E2-403E-BDC6-577771443053}" dt="2022-12-07T20:49:41.279" v="2680" actId="478"/>
          <ac:picMkLst>
            <pc:docMk/>
            <pc:sldMk cId="474235197" sldId="270"/>
            <ac:picMk id="7" creationId="{BAE9A309-986F-95AC-F482-671EA65373A7}"/>
          </ac:picMkLst>
        </pc:picChg>
      </pc:sldChg>
      <pc:sldChg chg="addSp modSp add mod setBg">
        <pc:chgData name="Jakub Rybacki" userId="71160f026d85cc38" providerId="LiveId" clId="{F2062A1B-74E2-403E-BDC6-577771443053}" dt="2022-12-07T21:23:16.031" v="3401" actId="20577"/>
        <pc:sldMkLst>
          <pc:docMk/>
          <pc:sldMk cId="2883835535" sldId="270"/>
        </pc:sldMkLst>
        <pc:spChg chg="mod">
          <ac:chgData name="Jakub Rybacki" userId="71160f026d85cc38" providerId="LiveId" clId="{F2062A1B-74E2-403E-BDC6-577771443053}" dt="2022-12-07T21:21:07.413" v="3234" actId="26606"/>
          <ac:spMkLst>
            <pc:docMk/>
            <pc:sldMk cId="2883835535" sldId="270"/>
            <ac:spMk id="2" creationId="{97AEEDDC-E7F8-B138-0385-BFBBAE811F31}"/>
          </ac:spMkLst>
        </pc:spChg>
        <pc:spChg chg="mod">
          <ac:chgData name="Jakub Rybacki" userId="71160f026d85cc38" providerId="LiveId" clId="{F2062A1B-74E2-403E-BDC6-577771443053}" dt="2022-12-07T21:23:16.031" v="3401" actId="20577"/>
          <ac:spMkLst>
            <pc:docMk/>
            <pc:sldMk cId="2883835535" sldId="270"/>
            <ac:spMk id="3" creationId="{E4578AB9-0D7C-59C0-EF23-393ABAD35BA9}"/>
          </ac:spMkLst>
        </pc:spChg>
        <pc:spChg chg="add">
          <ac:chgData name="Jakub Rybacki" userId="71160f026d85cc38" providerId="LiveId" clId="{F2062A1B-74E2-403E-BDC6-577771443053}" dt="2022-12-07T21:21:07.413" v="3234" actId="26606"/>
          <ac:spMkLst>
            <pc:docMk/>
            <pc:sldMk cId="2883835535" sldId="270"/>
            <ac:spMk id="9" creationId="{3BCB5F6A-9EB0-40B0-9D13-3023E9A20508}"/>
          </ac:spMkLst>
        </pc:spChg>
        <pc:picChg chg="add">
          <ac:chgData name="Jakub Rybacki" userId="71160f026d85cc38" providerId="LiveId" clId="{F2062A1B-74E2-403E-BDC6-577771443053}" dt="2022-12-07T21:21:07.413" v="3234" actId="26606"/>
          <ac:picMkLst>
            <pc:docMk/>
            <pc:sldMk cId="2883835535" sldId="270"/>
            <ac:picMk id="5" creationId="{3670D828-CDF5-F43D-1964-6DA46714F124}"/>
          </ac:picMkLst>
        </pc:picChg>
      </pc:sldChg>
      <pc:sldChg chg="addSp modSp new mod setBg">
        <pc:chgData name="Jakub Rybacki" userId="71160f026d85cc38" providerId="LiveId" clId="{F2062A1B-74E2-403E-BDC6-577771443053}" dt="2022-12-07T21:33:14.222" v="3575" actId="26606"/>
        <pc:sldMkLst>
          <pc:docMk/>
          <pc:sldMk cId="627289845" sldId="271"/>
        </pc:sldMkLst>
        <pc:spChg chg="mod">
          <ac:chgData name="Jakub Rybacki" userId="71160f026d85cc38" providerId="LiveId" clId="{F2062A1B-74E2-403E-BDC6-577771443053}" dt="2022-12-07T21:33:14.222" v="3575" actId="26606"/>
          <ac:spMkLst>
            <pc:docMk/>
            <pc:sldMk cId="627289845" sldId="271"/>
            <ac:spMk id="2" creationId="{470BB4FD-BC48-28F1-C4D7-FC14C3B7E2AF}"/>
          </ac:spMkLst>
        </pc:spChg>
        <pc:spChg chg="mod ord">
          <ac:chgData name="Jakub Rybacki" userId="71160f026d85cc38" providerId="LiveId" clId="{F2062A1B-74E2-403E-BDC6-577771443053}" dt="2022-12-07T21:33:14.222" v="3575" actId="26606"/>
          <ac:spMkLst>
            <pc:docMk/>
            <pc:sldMk cId="627289845" sldId="271"/>
            <ac:spMk id="3" creationId="{FABEA3B4-A222-E033-9F81-A5D43850562B}"/>
          </ac:spMkLst>
        </pc:spChg>
        <pc:picChg chg="add mod">
          <ac:chgData name="Jakub Rybacki" userId="71160f026d85cc38" providerId="LiveId" clId="{F2062A1B-74E2-403E-BDC6-577771443053}" dt="2022-12-07T21:33:14.222" v="3575" actId="26606"/>
          <ac:picMkLst>
            <pc:docMk/>
            <pc:sldMk cId="627289845" sldId="271"/>
            <ac:picMk id="5" creationId="{4374EC79-5CCC-4EF2-681D-7DF50EB4544B}"/>
          </ac:picMkLst>
        </pc:picChg>
      </pc:sldChg>
      <pc:sldChg chg="new del">
        <pc:chgData name="Jakub Rybacki" userId="71160f026d85cc38" providerId="LiveId" clId="{F2062A1B-74E2-403E-BDC6-577771443053}" dt="2022-12-07T21:01:50.044" v="2842" actId="2696"/>
        <pc:sldMkLst>
          <pc:docMk/>
          <pc:sldMk cId="2672533716" sldId="271"/>
        </pc:sldMkLst>
      </pc:sldChg>
      <pc:sldChg chg="addSp delSp modSp new mod">
        <pc:chgData name="Jakub Rybacki" userId="71160f026d85cc38" providerId="LiveId" clId="{F2062A1B-74E2-403E-BDC6-577771443053}" dt="2022-12-07T21:33:47.111" v="3578" actId="1076"/>
        <pc:sldMkLst>
          <pc:docMk/>
          <pc:sldMk cId="3592687959" sldId="272"/>
        </pc:sldMkLst>
        <pc:spChg chg="mod">
          <ac:chgData name="Jakub Rybacki" userId="71160f026d85cc38" providerId="LiveId" clId="{F2062A1B-74E2-403E-BDC6-577771443053}" dt="2022-12-07T21:24:24.992" v="3405"/>
          <ac:spMkLst>
            <pc:docMk/>
            <pc:sldMk cId="3592687959" sldId="272"/>
            <ac:spMk id="2" creationId="{88DAA38D-01A5-75DE-70C0-A51D3A3D3523}"/>
          </ac:spMkLst>
        </pc:spChg>
        <pc:spChg chg="del">
          <ac:chgData name="Jakub Rybacki" userId="71160f026d85cc38" providerId="LiveId" clId="{F2062A1B-74E2-403E-BDC6-577771443053}" dt="2022-12-07T21:24:14.456" v="3404"/>
          <ac:spMkLst>
            <pc:docMk/>
            <pc:sldMk cId="3592687959" sldId="272"/>
            <ac:spMk id="3" creationId="{6185BFF9-7642-0BB1-C060-A31668FC37CB}"/>
          </ac:spMkLst>
        </pc:spChg>
        <pc:picChg chg="add mod">
          <ac:chgData name="Jakub Rybacki" userId="71160f026d85cc38" providerId="LiveId" clId="{F2062A1B-74E2-403E-BDC6-577771443053}" dt="2022-12-07T21:33:47.111" v="3578" actId="1076"/>
          <ac:picMkLst>
            <pc:docMk/>
            <pc:sldMk cId="3592687959" sldId="272"/>
            <ac:picMk id="4" creationId="{A3A2520F-02E5-565A-7E85-BCA520F690EC}"/>
          </ac:picMkLst>
        </pc:picChg>
      </pc:sldChg>
      <pc:sldChg chg="addSp delSp modSp new mod setBg">
        <pc:chgData name="Jakub Rybacki" userId="71160f026d85cc38" providerId="LiveId" clId="{F2062A1B-74E2-403E-BDC6-577771443053}" dt="2022-12-07T21:27:21.926" v="3427" actId="26606"/>
        <pc:sldMkLst>
          <pc:docMk/>
          <pc:sldMk cId="3508255382" sldId="273"/>
        </pc:sldMkLst>
        <pc:spChg chg="del">
          <ac:chgData name="Jakub Rybacki" userId="71160f026d85cc38" providerId="LiveId" clId="{F2062A1B-74E2-403E-BDC6-577771443053}" dt="2022-12-07T21:27:21.926" v="3427" actId="26606"/>
          <ac:spMkLst>
            <pc:docMk/>
            <pc:sldMk cId="3508255382" sldId="273"/>
            <ac:spMk id="2" creationId="{83BBEADC-98D2-730C-197A-1B6B82725A85}"/>
          </ac:spMkLst>
        </pc:spChg>
        <pc:spChg chg="del">
          <ac:chgData name="Jakub Rybacki" userId="71160f026d85cc38" providerId="LiveId" clId="{F2062A1B-74E2-403E-BDC6-577771443053}" dt="2022-12-07T21:27:17.770" v="3426" actId="22"/>
          <ac:spMkLst>
            <pc:docMk/>
            <pc:sldMk cId="3508255382" sldId="273"/>
            <ac:spMk id="3" creationId="{760FBA3B-AF0B-2E33-0BB3-287F0C74695A}"/>
          </ac:spMkLst>
        </pc:spChg>
        <pc:spChg chg="add">
          <ac:chgData name="Jakub Rybacki" userId="71160f026d85cc38" providerId="LiveId" clId="{F2062A1B-74E2-403E-BDC6-577771443053}" dt="2022-12-07T21:27:21.926" v="3427" actId="26606"/>
          <ac:spMkLst>
            <pc:docMk/>
            <pc:sldMk cId="3508255382" sldId="273"/>
            <ac:spMk id="22" creationId="{21029ED5-F105-4DD2-99C8-1E4422817978}"/>
          </ac:spMkLst>
        </pc:spChg>
        <pc:spChg chg="add">
          <ac:chgData name="Jakub Rybacki" userId="71160f026d85cc38" providerId="LiveId" clId="{F2062A1B-74E2-403E-BDC6-577771443053}" dt="2022-12-07T21:27:21.926" v="3427" actId="26606"/>
          <ac:spMkLst>
            <pc:docMk/>
            <pc:sldMk cId="3508255382" sldId="273"/>
            <ac:spMk id="35" creationId="{5C9652B3-A450-4ED6-8FBF-F536BA60B4D8}"/>
          </ac:spMkLst>
        </pc:spChg>
        <pc:grpChg chg="add">
          <ac:chgData name="Jakub Rybacki" userId="71160f026d85cc38" providerId="LiveId" clId="{F2062A1B-74E2-403E-BDC6-577771443053}" dt="2022-12-07T21:27:21.926" v="3427" actId="26606"/>
          <ac:grpSpMkLst>
            <pc:docMk/>
            <pc:sldMk cId="3508255382" sldId="273"/>
            <ac:grpSpMk id="10" creationId="{DDE8DE2B-61C1-46D5-BEB8-521321C182C4}"/>
          </ac:grpSpMkLst>
        </pc:grpChg>
        <pc:grpChg chg="add">
          <ac:chgData name="Jakub Rybacki" userId="71160f026d85cc38" providerId="LiveId" clId="{F2062A1B-74E2-403E-BDC6-577771443053}" dt="2022-12-07T21:27:21.926" v="3427" actId="26606"/>
          <ac:grpSpMkLst>
            <pc:docMk/>
            <pc:sldMk cId="3508255382" sldId="273"/>
            <ac:grpSpMk id="24" creationId="{2D621E68-BF28-4A1C-B1A2-4E55E139E79A}"/>
          </ac:grpSpMkLst>
        </pc:grpChg>
        <pc:picChg chg="add mod ord">
          <ac:chgData name="Jakub Rybacki" userId="71160f026d85cc38" providerId="LiveId" clId="{F2062A1B-74E2-403E-BDC6-577771443053}" dt="2022-12-07T21:27:21.926" v="3427" actId="26606"/>
          <ac:picMkLst>
            <pc:docMk/>
            <pc:sldMk cId="3508255382" sldId="273"/>
            <ac:picMk id="5" creationId="{48F450FA-CF36-CD59-27A0-CB15503EAF74}"/>
          </ac:picMkLst>
        </pc:picChg>
      </pc:sldChg>
      <pc:sldChg chg="addSp delSp modSp new mod ord">
        <pc:chgData name="Jakub Rybacki" userId="71160f026d85cc38" providerId="LiveId" clId="{F2062A1B-74E2-403E-BDC6-577771443053}" dt="2022-12-07T21:30:34.550" v="3513" actId="14100"/>
        <pc:sldMkLst>
          <pc:docMk/>
          <pc:sldMk cId="2882251083" sldId="274"/>
        </pc:sldMkLst>
        <pc:spChg chg="mod">
          <ac:chgData name="Jakub Rybacki" userId="71160f026d85cc38" providerId="LiveId" clId="{F2062A1B-74E2-403E-BDC6-577771443053}" dt="2022-12-07T21:30:25.065" v="3508"/>
          <ac:spMkLst>
            <pc:docMk/>
            <pc:sldMk cId="2882251083" sldId="274"/>
            <ac:spMk id="2" creationId="{28C8ADE4-062C-D6B9-68E9-58E239F96FA3}"/>
          </ac:spMkLst>
        </pc:spChg>
        <pc:spChg chg="del">
          <ac:chgData name="Jakub Rybacki" userId="71160f026d85cc38" providerId="LiveId" clId="{F2062A1B-74E2-403E-BDC6-577771443053}" dt="2022-12-07T21:30:28.592" v="3510"/>
          <ac:spMkLst>
            <pc:docMk/>
            <pc:sldMk cId="2882251083" sldId="274"/>
            <ac:spMk id="3" creationId="{92DF078B-8F77-A0D4-296F-F922B771A571}"/>
          </ac:spMkLst>
        </pc:spChg>
        <pc:picChg chg="add mod">
          <ac:chgData name="Jakub Rybacki" userId="71160f026d85cc38" providerId="LiveId" clId="{F2062A1B-74E2-403E-BDC6-577771443053}" dt="2022-12-07T21:30:34.550" v="3513" actId="14100"/>
          <ac:picMkLst>
            <pc:docMk/>
            <pc:sldMk cId="2882251083" sldId="274"/>
            <ac:picMk id="4" creationId="{B6871A1D-9D80-9B2E-A2B9-EB7FEB4C7196}"/>
          </ac:picMkLst>
        </pc:picChg>
      </pc:sldChg>
      <pc:sldChg chg="delSp add del setBg delDesignElem">
        <pc:chgData name="Jakub Rybacki" userId="71160f026d85cc38" providerId="LiveId" clId="{F2062A1B-74E2-403E-BDC6-577771443053}" dt="2022-12-07T21:30:17.379" v="3504" actId="2696"/>
        <pc:sldMkLst>
          <pc:docMk/>
          <pc:sldMk cId="3994069411" sldId="274"/>
        </pc:sldMkLst>
        <pc:grpChg chg="del">
          <ac:chgData name="Jakub Rybacki" userId="71160f026d85cc38" providerId="LiveId" clId="{F2062A1B-74E2-403E-BDC6-577771443053}" dt="2022-12-07T21:30:14.466" v="3503"/>
          <ac:grpSpMkLst>
            <pc:docMk/>
            <pc:sldMk cId="3994069411" sldId="274"/>
            <ac:grpSpMk id="31" creationId="{B4DE830A-B531-4A3B-96F6-0ECE88B08555}"/>
          </ac:grpSpMkLst>
        </pc:grpChg>
      </pc:sldChg>
    </pc:docChg>
  </pc:docChgLst>
  <pc:docChgLst>
    <pc:chgData name="Jakub Rybacki" userId="71160f026d85cc38" providerId="LiveId" clId="{255FD5AC-37FA-45F8-A30F-2CF3B13FE3A8}"/>
    <pc:docChg chg="modSld">
      <pc:chgData name="Jakub Rybacki" userId="71160f026d85cc38" providerId="LiveId" clId="{255FD5AC-37FA-45F8-A30F-2CF3B13FE3A8}" dt="2022-12-08T11:20:19.385" v="15" actId="20577"/>
      <pc:docMkLst>
        <pc:docMk/>
      </pc:docMkLst>
      <pc:sldChg chg="modSp mod">
        <pc:chgData name="Jakub Rybacki" userId="71160f026d85cc38" providerId="LiveId" clId="{255FD5AC-37FA-45F8-A30F-2CF3B13FE3A8}" dt="2022-12-08T11:20:19.385" v="15" actId="20577"/>
        <pc:sldMkLst>
          <pc:docMk/>
          <pc:sldMk cId="1714253206" sldId="257"/>
        </pc:sldMkLst>
        <pc:spChg chg="mod">
          <ac:chgData name="Jakub Rybacki" userId="71160f026d85cc38" providerId="LiveId" clId="{255FD5AC-37FA-45F8-A30F-2CF3B13FE3A8}" dt="2022-12-08T11:20:19.385" v="15" actId="20577"/>
          <ac:spMkLst>
            <pc:docMk/>
            <pc:sldMk cId="1714253206" sldId="257"/>
            <ac:spMk id="2" creationId="{CB79CB23-306A-B788-D361-2E93A753BA00}"/>
          </ac:spMkLst>
        </pc:spChg>
      </pc:sldChg>
      <pc:sldChg chg="modSp modAnim">
        <pc:chgData name="Jakub Rybacki" userId="71160f026d85cc38" providerId="LiveId" clId="{255FD5AC-37FA-45F8-A30F-2CF3B13FE3A8}" dt="2022-12-08T11:19:59.495" v="14" actId="20577"/>
        <pc:sldMkLst>
          <pc:docMk/>
          <pc:sldMk cId="2871475465" sldId="264"/>
        </pc:sldMkLst>
        <pc:spChg chg="mod">
          <ac:chgData name="Jakub Rybacki" userId="71160f026d85cc38" providerId="LiveId" clId="{255FD5AC-37FA-45F8-A30F-2CF3B13FE3A8}" dt="2022-12-08T11:19:59.495" v="14" actId="20577"/>
          <ac:spMkLst>
            <pc:docMk/>
            <pc:sldMk cId="2871475465" sldId="264"/>
            <ac:spMk id="2" creationId="{F622505E-496B-E242-1BE3-56713011D94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iekonomiczny.sharepoint.com/Shared%20Documents/Zespol%20Makroekonomii/Tygodnik/2022/12/2022_12_08_AIECE_JR/AIEC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Wykres!$M$9</c:f>
              <c:strCache>
                <c:ptCount val="1"/>
                <c:pt idx="0">
                  <c:v>Jaka będzie polityka fiskalna w strefie euro?</c:v>
                </c:pt>
              </c:strCache>
            </c:strRef>
          </c:tx>
          <c:spPr>
            <a:solidFill>
              <a:srgbClr val="D22630"/>
            </a:solidFill>
            <a:ln w="9525" cap="flat" cmpd="sng" algn="ctr">
              <a:solidFill>
                <a:srgbClr val="D22630"/>
              </a:solidFill>
              <a:prstDash val="solid"/>
              <a:round/>
              <a:headEnd type="none" w="med" len="med"/>
              <a:tailEnd type="none" w="med" len="med"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Wykres!$L$10:$L$14</c:f>
              <c:strCache>
                <c:ptCount val="5"/>
                <c:pt idx="0">
                  <c:v>bardzo ekspansywna</c:v>
                </c:pt>
                <c:pt idx="1">
                  <c:v>ekspansywna</c:v>
                </c:pt>
                <c:pt idx="2">
                  <c:v>neutralna</c:v>
                </c:pt>
                <c:pt idx="3">
                  <c:v>restrykcyjna</c:v>
                </c:pt>
                <c:pt idx="4">
                  <c:v>bardzo restrykcyjna</c:v>
                </c:pt>
              </c:strCache>
            </c:strRef>
          </c:cat>
          <c:val>
            <c:numRef>
              <c:f>Wykres!$M$10:$M$14</c:f>
              <c:numCache>
                <c:formatCode>0%</c:formatCode>
                <c:ptCount val="5"/>
                <c:pt idx="0">
                  <c:v>4.7619047619047616E-2</c:v>
                </c:pt>
                <c:pt idx="1">
                  <c:v>0.61904761904761907</c:v>
                </c:pt>
                <c:pt idx="2">
                  <c:v>0.23809523809523808</c:v>
                </c:pt>
                <c:pt idx="3">
                  <c:v>9.5238095238095233E-2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A5-4DA6-A7DA-7FBBBD016D2A}"/>
            </c:ext>
          </c:extLst>
        </c:ser>
        <c:ser>
          <c:idx val="1"/>
          <c:order val="1"/>
          <c:tx>
            <c:strRef>
              <c:f>Wykres!$N$9</c:f>
              <c:strCache>
                <c:ptCount val="1"/>
                <c:pt idx="0">
                  <c:v>Jaka powinna być polityka fiskalna w strefie euro?</c:v>
                </c:pt>
              </c:strCache>
            </c:strRef>
          </c:tx>
          <c:spPr>
            <a:solidFill>
              <a:srgbClr val="7F7F7F"/>
            </a:solidFill>
            <a:ln w="9525" cap="flat" cmpd="sng" algn="ctr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Wykres!$L$10:$L$14</c:f>
              <c:strCache>
                <c:ptCount val="5"/>
                <c:pt idx="0">
                  <c:v>bardzo ekspansywna</c:v>
                </c:pt>
                <c:pt idx="1">
                  <c:v>ekspansywna</c:v>
                </c:pt>
                <c:pt idx="2">
                  <c:v>neutralna</c:v>
                </c:pt>
                <c:pt idx="3">
                  <c:v>restrykcyjna</c:v>
                </c:pt>
                <c:pt idx="4">
                  <c:v>bardzo restrykcyjna</c:v>
                </c:pt>
              </c:strCache>
            </c:strRef>
          </c:cat>
          <c:val>
            <c:numRef>
              <c:f>Wykres!$N$10:$N$14</c:f>
              <c:numCache>
                <c:formatCode>0%</c:formatCode>
                <c:ptCount val="5"/>
                <c:pt idx="0">
                  <c:v>4.7619047619047616E-2</c:v>
                </c:pt>
                <c:pt idx="1">
                  <c:v>0.47619047619047616</c:v>
                </c:pt>
                <c:pt idx="2">
                  <c:v>0.2857142857142857</c:v>
                </c:pt>
                <c:pt idx="3">
                  <c:v>0.19047619047619047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A5-4DA6-A7DA-7FBBBD016D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70618288"/>
        <c:axId val="1664647568"/>
      </c:barChart>
      <c:catAx>
        <c:axId val="1670618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4647568"/>
        <c:crosses val="autoZero"/>
        <c:auto val="1"/>
        <c:lblAlgn val="ctr"/>
        <c:lblOffset val="100"/>
        <c:noMultiLvlLbl val="0"/>
      </c:catAx>
      <c:valAx>
        <c:axId val="166464756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670618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5635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125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148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73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359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037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552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33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00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6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3778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326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089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748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862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457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3DB80-793A-421C-9ED0-5CFE9488A4B2}" type="datetimeFigureOut">
              <a:rPr lang="en-GB" smtClean="0"/>
              <a:t>08/12/2022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B3DDE7D-3FA4-44E0-A004-4C3BE7C507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663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upport.microsoft.com/pl-pl/office/t-test-funkcja-d4e08ec3-c545-485f-962e-276f7cbed055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en.wikipedia.org/wiki/Mann%E2%80%93Whitney_U_tes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63671-D4F3-8D52-171C-427778B40E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Badania pilotażowe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615CF-FBF3-6F14-B26F-8006A7E61A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Testowanie wyników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2836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76F11-E38D-EDCD-E694-1818F6EF7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dirty="0"/>
              <a:t>Założenie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10292-FC50-234C-0315-A830240F7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pl-PL" dirty="0"/>
              <a:t>Wykonujemy testowe badania w małych grupach.</a:t>
            </a:r>
          </a:p>
          <a:p>
            <a:endParaRPr lang="pl-PL" dirty="0"/>
          </a:p>
          <a:p>
            <a:r>
              <a:rPr lang="pl-PL" dirty="0"/>
              <a:t>Sprawdzamy czy układ odpowiedzi zmienia się np. przy innej kolejności zadania pytań bądź przeformułowania pytania. </a:t>
            </a:r>
            <a:endParaRPr lang="en-GB" dirty="0"/>
          </a:p>
        </p:txBody>
      </p:sp>
      <p:pic>
        <p:nvPicPr>
          <p:cNvPr id="5" name="Picture 4" descr="Okulary na wierzchu książki">
            <a:extLst>
              <a:ext uri="{FF2B5EF4-FFF2-40B4-BE49-F238E27FC236}">
                <a16:creationId xmlns:a16="http://schemas.microsoft.com/office/drawing/2014/main" id="{11D808BC-55F6-ACD8-024B-33246AEA9F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76" r="36608" b="-1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58403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75E1-B1D1-9209-8728-D273EC6AD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pl-PL" dirty="0"/>
              <a:t>Eksploracyjna analiza danych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22AA3-79F8-DD1B-F6D9-D32D42497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160589"/>
            <a:ext cx="2927185" cy="3880773"/>
          </a:xfrm>
        </p:spPr>
        <p:txBody>
          <a:bodyPr>
            <a:normAutofit/>
          </a:bodyPr>
          <a:lstStyle/>
          <a:p>
            <a:r>
              <a:rPr lang="pl-PL" sz="1500" dirty="0"/>
              <a:t>Cel: Sprawdzić czy wyniki są spójne</a:t>
            </a:r>
          </a:p>
          <a:p>
            <a:endParaRPr lang="pl-PL" sz="1500" dirty="0"/>
          </a:p>
          <a:p>
            <a:r>
              <a:rPr lang="pl-PL" sz="1500" dirty="0"/>
              <a:t>Metody:</a:t>
            </a:r>
          </a:p>
          <a:p>
            <a:pPr lvl="1"/>
            <a:r>
              <a:rPr lang="pl-PL" sz="1300" dirty="0"/>
              <a:t>Histogramy</a:t>
            </a:r>
          </a:p>
          <a:p>
            <a:pPr lvl="1"/>
            <a:r>
              <a:rPr lang="pl-PL" sz="1300" dirty="0"/>
              <a:t>Wykres pudełkowy</a:t>
            </a:r>
          </a:p>
          <a:p>
            <a:pPr lvl="1"/>
            <a:endParaRPr lang="pl-PL" sz="1300" dirty="0"/>
          </a:p>
          <a:p>
            <a:r>
              <a:rPr lang="pl-PL" sz="1500" dirty="0"/>
              <a:t>Analityka: </a:t>
            </a:r>
          </a:p>
          <a:p>
            <a:pPr lvl="1"/>
            <a:r>
              <a:rPr lang="pl-PL" sz="1300" dirty="0"/>
              <a:t>Testy statystyczne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9176EE6-9F0B-E06E-D93E-0F9017F8F1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1709058"/>
              </p:ext>
            </p:extLst>
          </p:nvPr>
        </p:nvGraphicFramePr>
        <p:xfrm>
          <a:off x="817474" y="1690255"/>
          <a:ext cx="5283289" cy="4351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56383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4B0D-141C-A1FB-38C8-BCD64C878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pl-PL" dirty="0"/>
              <a:t>Wykres pudełkowy (Box plot)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89B4A-A187-5888-6337-0328BC39C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287" y="2160589"/>
            <a:ext cx="2934714" cy="3880773"/>
          </a:xfrm>
        </p:spPr>
        <p:txBody>
          <a:bodyPr>
            <a:normAutofit/>
          </a:bodyPr>
          <a:lstStyle/>
          <a:p>
            <a:r>
              <a:rPr lang="pl-PL"/>
              <a:t>Oznaczenia: </a:t>
            </a:r>
          </a:p>
          <a:p>
            <a:pPr lvl="1"/>
            <a:r>
              <a:rPr lang="pl-PL"/>
              <a:t>Grupa kreska – mediana</a:t>
            </a:r>
          </a:p>
          <a:p>
            <a:pPr lvl="1"/>
            <a:r>
              <a:rPr lang="pl-PL"/>
              <a:t>Pudełko – od 25 do 75 percentyla rozkładu</a:t>
            </a:r>
          </a:p>
          <a:p>
            <a:pPr lvl="1"/>
            <a:r>
              <a:rPr lang="pl-PL"/>
              <a:t>„Wąsy” – gdzie kończy się ciągły rozkład odpowiedzi</a:t>
            </a:r>
          </a:p>
          <a:p>
            <a:pPr lvl="1"/>
            <a:r>
              <a:rPr lang="pl-PL"/>
              <a:t>Gwiazdki – obserwacje odstające</a:t>
            </a:r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388D8-628E-61C0-FAAF-08D022EE24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533" r="7542" b="2"/>
          <a:stretch/>
        </p:blipFill>
        <p:spPr>
          <a:xfrm>
            <a:off x="677334" y="2159331"/>
            <a:ext cx="5423429" cy="38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F63A0F3-49F1-C9F4-0031-E8186458FD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4" r="41399" b="-1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8E0EFB-59A8-FADE-CD77-0F36664DF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563" y="1678665"/>
            <a:ext cx="388783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000"/>
              <a:t>Jak porównywać wyniki?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E38D-7A0A-16C1-E026-00E03E5BB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80563" y="4050833"/>
            <a:ext cx="3893440" cy="10968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pl-PL" sz="1800" dirty="0"/>
              <a:t>Testy statystyczne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22992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B79CB23-306A-B788-D361-2E93A753B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pl-PL" dirty="0"/>
              <a:t>Równość średnich - Test </a:t>
            </a:r>
            <a:r>
              <a:rPr lang="pl-PL"/>
              <a:t>t-studenta </a:t>
            </a:r>
            <a:br>
              <a:rPr lang="pl-PL"/>
            </a:br>
            <a:r>
              <a:rPr lang="pl-PL"/>
              <a:t>(</a:t>
            </a:r>
            <a:r>
              <a:rPr lang="pl-PL" dirty="0"/>
              <a:t>2 populacje)</a:t>
            </a:r>
            <a:br>
              <a:rPr lang="pl-PL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00446-6255-0582-FBE9-D2B3ABB4A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pPr lvl="1"/>
            <a:r>
              <a:rPr lang="pl-PL" dirty="0"/>
              <a:t>Hipoteza podstawowa (zerowa): Średni wynik w obu grupach jest taki sam.</a:t>
            </a:r>
          </a:p>
          <a:p>
            <a:pPr lvl="1"/>
            <a:r>
              <a:rPr lang="pl-PL" dirty="0"/>
              <a:t>2 warianty hipotez alternatywnych:</a:t>
            </a:r>
          </a:p>
          <a:p>
            <a:pPr lvl="2"/>
            <a:r>
              <a:rPr lang="pl-PL" dirty="0"/>
              <a:t>Średnie nie są równe</a:t>
            </a:r>
          </a:p>
          <a:p>
            <a:pPr lvl="2"/>
            <a:r>
              <a:rPr lang="pl-PL" dirty="0"/>
              <a:t>Średnia 1 jest większa / mniejsza niż Średnia 2</a:t>
            </a:r>
          </a:p>
          <a:p>
            <a:pPr lvl="1"/>
            <a:endParaRPr lang="pl-PL" dirty="0"/>
          </a:p>
          <a:p>
            <a:pPr lvl="1"/>
            <a:r>
              <a:rPr lang="pl-PL" dirty="0"/>
              <a:t>Założenia: </a:t>
            </a:r>
          </a:p>
          <a:p>
            <a:pPr lvl="2"/>
            <a:r>
              <a:rPr lang="pl-PL" dirty="0"/>
              <a:t>Rozkład odpowiedzi zbiega do krzywej rozkładu normalnego</a:t>
            </a:r>
          </a:p>
          <a:p>
            <a:pPr lvl="2"/>
            <a:r>
              <a:rPr lang="pl-PL" dirty="0"/>
              <a:t>Osoby ankietowane w obu grupach są od siebie niezależne</a:t>
            </a:r>
          </a:p>
          <a:p>
            <a:pPr lvl="2"/>
            <a:endParaRPr lang="pl-PL" dirty="0"/>
          </a:p>
          <a:p>
            <a:pPr lvl="1"/>
            <a:r>
              <a:rPr lang="pl-PL" dirty="0"/>
              <a:t>2 warianty dla :</a:t>
            </a:r>
          </a:p>
          <a:p>
            <a:pPr lvl="2"/>
            <a:r>
              <a:rPr lang="pl-PL" dirty="0"/>
              <a:t>Standardowy – zakłada równą wariancję</a:t>
            </a:r>
          </a:p>
          <a:p>
            <a:pPr lvl="2"/>
            <a:r>
              <a:rPr lang="pl-PL" dirty="0"/>
              <a:t>Welch t-test – różna wariancja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4253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1CB03-BB7B-ED99-CF1D-9150AB17B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2800"/>
              <a:t>Test –t podejmowanie decyzji</a:t>
            </a:r>
            <a:endParaRPr lang="en-GB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77B5-19EF-465E-3041-4E1AE44D4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pl-PL" dirty="0"/>
              <a:t>Statystyka - P-</a:t>
            </a:r>
            <a:r>
              <a:rPr lang="pl-PL" dirty="0" err="1"/>
              <a:t>value</a:t>
            </a:r>
            <a:endParaRPr lang="pl-PL" dirty="0"/>
          </a:p>
          <a:p>
            <a:pPr lvl="1"/>
            <a:r>
              <a:rPr lang="pl-PL" dirty="0"/>
              <a:t>Przekształca statystykę T do skali od 0 do 1. </a:t>
            </a:r>
          </a:p>
          <a:p>
            <a:endParaRPr lang="pl-PL" dirty="0"/>
          </a:p>
          <a:p>
            <a:r>
              <a:rPr lang="pl-PL" dirty="0"/>
              <a:t>Prosty mechanizm decyzyjny:</a:t>
            </a:r>
          </a:p>
          <a:p>
            <a:pPr lvl="1"/>
            <a:r>
              <a:rPr lang="pl-PL" dirty="0"/>
              <a:t>Wartość mniejsza niż przyjęty punkt odniesienia*  – odrzucamy hipotezę zerową</a:t>
            </a:r>
          </a:p>
          <a:p>
            <a:pPr lvl="1"/>
            <a:r>
              <a:rPr lang="pl-PL" dirty="0"/>
              <a:t>Przeciwnie – brak podstaw do odrzucenia hipotezy</a:t>
            </a:r>
          </a:p>
          <a:p>
            <a:pPr lvl="1"/>
            <a:r>
              <a:rPr lang="pl-PL" dirty="0"/>
              <a:t>* - najczęściej 0.05</a:t>
            </a:r>
            <a:endParaRPr lang="en-GB" dirty="0"/>
          </a:p>
        </p:txBody>
      </p:sp>
      <p:pic>
        <p:nvPicPr>
          <p:cNvPr id="5" name="Picture 4" descr="Wykresy finansowe na ciemnym wyświetlaczu">
            <a:extLst>
              <a:ext uri="{FF2B5EF4-FFF2-40B4-BE49-F238E27FC236}">
                <a16:creationId xmlns:a16="http://schemas.microsoft.com/office/drawing/2014/main" id="{BA68D3E2-86A1-4CF5-34E0-743E043A14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13" r="28321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42255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ormuły napisane na tablicach">
            <a:extLst>
              <a:ext uri="{FF2B5EF4-FFF2-40B4-BE49-F238E27FC236}">
                <a16:creationId xmlns:a16="http://schemas.microsoft.com/office/drawing/2014/main" id="{3C813CEB-BD70-3483-12A4-02A00D6E2E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47" r="13345" b="-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3E4A48-769D-D6E2-51E8-05133C031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pl-PL" dirty="0"/>
              <a:t>Co oferuje Excel?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6AE7C-6E02-5EF8-EB32-56C8227F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pl-PL" dirty="0"/>
              <a:t>Funkcja </a:t>
            </a:r>
            <a:r>
              <a:rPr lang="pl-PL" dirty="0" err="1"/>
              <a:t>T.Test</a:t>
            </a:r>
            <a:r>
              <a:rPr lang="pl-PL" dirty="0"/>
              <a:t>(Tablica1, Tablica2, Hipoteza alternatywna, Typ testu)</a:t>
            </a:r>
          </a:p>
          <a:p>
            <a:pPr>
              <a:lnSpc>
                <a:spcPct val="90000"/>
              </a:lnSpc>
            </a:pPr>
            <a:endParaRPr lang="pl-PL" dirty="0"/>
          </a:p>
          <a:p>
            <a:pPr>
              <a:lnSpc>
                <a:spcPct val="90000"/>
              </a:lnSpc>
            </a:pPr>
            <a:r>
              <a:rPr lang="pl-PL" dirty="0"/>
              <a:t>Hipoteza alternatywna: </a:t>
            </a:r>
          </a:p>
          <a:p>
            <a:pPr lvl="1">
              <a:lnSpc>
                <a:spcPct val="90000"/>
              </a:lnSpc>
            </a:pPr>
            <a:r>
              <a:rPr lang="pl-PL" dirty="0"/>
              <a:t>One-</a:t>
            </a:r>
            <a:r>
              <a:rPr lang="pl-PL" dirty="0" err="1"/>
              <a:t>tailed</a:t>
            </a:r>
            <a:r>
              <a:rPr lang="pl-PL" dirty="0"/>
              <a:t> – jedna ze średnich jest większa / mniejsza</a:t>
            </a:r>
          </a:p>
          <a:p>
            <a:pPr lvl="1">
              <a:lnSpc>
                <a:spcPct val="90000"/>
              </a:lnSpc>
            </a:pPr>
            <a:r>
              <a:rPr lang="pl-PL" dirty="0" err="1"/>
              <a:t>Two</a:t>
            </a:r>
            <a:r>
              <a:rPr lang="pl-PL" dirty="0"/>
              <a:t> </a:t>
            </a:r>
            <a:r>
              <a:rPr lang="pl-PL" dirty="0" err="1"/>
              <a:t>tailed</a:t>
            </a:r>
            <a:r>
              <a:rPr lang="pl-PL" dirty="0"/>
              <a:t> – średnie nie są równe</a:t>
            </a:r>
          </a:p>
          <a:p>
            <a:pPr lvl="1">
              <a:lnSpc>
                <a:spcPct val="90000"/>
              </a:lnSpc>
            </a:pPr>
            <a:endParaRPr lang="pl-PL" dirty="0"/>
          </a:p>
          <a:p>
            <a:pPr>
              <a:lnSpc>
                <a:spcPct val="90000"/>
              </a:lnSpc>
            </a:pPr>
            <a:r>
              <a:rPr lang="pl-PL" dirty="0"/>
              <a:t>Typ testu:</a:t>
            </a:r>
          </a:p>
          <a:p>
            <a:pPr lvl="1">
              <a:lnSpc>
                <a:spcPct val="90000"/>
              </a:lnSpc>
            </a:pPr>
            <a:r>
              <a:rPr lang="pl-PL" dirty="0"/>
              <a:t>1 – Test sparowany (</a:t>
            </a:r>
            <a:r>
              <a:rPr lang="pl-PL" dirty="0" err="1"/>
              <a:t>Paired</a:t>
            </a:r>
            <a:r>
              <a:rPr lang="pl-PL" dirty="0"/>
              <a:t>)</a:t>
            </a:r>
          </a:p>
          <a:p>
            <a:pPr lvl="1">
              <a:lnSpc>
                <a:spcPct val="90000"/>
              </a:lnSpc>
            </a:pPr>
            <a:r>
              <a:rPr lang="pl-PL" dirty="0"/>
              <a:t>2 – Założenie równa wariancja</a:t>
            </a:r>
          </a:p>
          <a:p>
            <a:pPr lvl="1">
              <a:lnSpc>
                <a:spcPct val="90000"/>
              </a:lnSpc>
            </a:pPr>
            <a:r>
              <a:rPr lang="pl-PL" dirty="0"/>
              <a:t>3 - Nierówność założeń</a:t>
            </a:r>
          </a:p>
          <a:p>
            <a:pPr>
              <a:lnSpc>
                <a:spcPct val="90000"/>
              </a:lnSpc>
            </a:pPr>
            <a:endParaRPr lang="pl-P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6925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22505E-496B-E242-1BE3-56713011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56" y="1261331"/>
            <a:ext cx="3179146" cy="27864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pl-PL" sz="5400" dirty="0"/>
              <a:t>XLS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D0BDC-394C-B7B0-03DA-8F52FB715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375" y="4047760"/>
            <a:ext cx="3179628" cy="15489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Przykład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z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dokumentacji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-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hlinkClick r:id="rId2"/>
              </a:rPr>
              <a:t>Link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0B03F-424C-4C16-0814-FAE678C9E4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36" b="-1"/>
          <a:stretch/>
        </p:blipFill>
        <p:spPr>
          <a:xfrm>
            <a:off x="888603" y="1261330"/>
            <a:ext cx="4973212" cy="433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7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94A7024-D948-494D-8920-BBA2DA07D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and holding a pen shading number on a sheet">
            <a:extLst>
              <a:ext uri="{FF2B5EF4-FFF2-40B4-BE49-F238E27FC236}">
                <a16:creationId xmlns:a16="http://schemas.microsoft.com/office/drawing/2014/main" id="{7D2A5EBC-58A1-18A8-54D9-8967CDAF48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4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2B0F0D-4EC5-1046-3183-DC3F3579D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pl-PL" dirty="0"/>
              <a:t>Test sparowany (</a:t>
            </a:r>
            <a:r>
              <a:rPr lang="pl-PL" dirty="0" err="1"/>
              <a:t>Paired</a:t>
            </a:r>
            <a:r>
              <a:rPr lang="pl-PL" dirty="0"/>
              <a:t> t-test)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1174E-AC10-EF1B-8C42-5C79FE32C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FFFFFF"/>
                </a:solidFill>
              </a:rPr>
              <a:t>Założenie: </a:t>
            </a:r>
          </a:p>
          <a:p>
            <a:pPr lvl="1"/>
            <a:r>
              <a:rPr lang="pl-PL" dirty="0">
                <a:solidFill>
                  <a:srgbClr val="FFFFFF"/>
                </a:solidFill>
              </a:rPr>
              <a:t>Badamy tę samą grupę osób</a:t>
            </a:r>
          </a:p>
          <a:p>
            <a:pPr lvl="1"/>
            <a:r>
              <a:rPr lang="pl-PL" dirty="0">
                <a:solidFill>
                  <a:srgbClr val="FFFFFF"/>
                </a:solidFill>
              </a:rPr>
              <a:t>Zwykle interesują nas różnice w wynikach po otrzymaniu bodźca</a:t>
            </a:r>
          </a:p>
          <a:p>
            <a:pPr lvl="1"/>
            <a:endParaRPr lang="pl-PL" dirty="0">
              <a:solidFill>
                <a:srgbClr val="FFFFFF"/>
              </a:solidFill>
            </a:endParaRPr>
          </a:p>
          <a:p>
            <a:r>
              <a:rPr lang="pl-PL" dirty="0">
                <a:solidFill>
                  <a:srgbClr val="FFFFFF"/>
                </a:solidFill>
              </a:rPr>
              <a:t>Przykład:</a:t>
            </a:r>
          </a:p>
          <a:p>
            <a:pPr lvl="1"/>
            <a:r>
              <a:rPr lang="pl-PL" dirty="0">
                <a:solidFill>
                  <a:srgbClr val="FFFFFF"/>
                </a:solidFill>
              </a:rPr>
              <a:t>Atleci – wynik w biegu na 100 m. przed i po zastosowaniu diety, sterydu etc. </a:t>
            </a:r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958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8ADE4-062C-D6B9-68E9-58E239F96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Co </a:t>
            </a:r>
            <a:r>
              <a:rPr lang="en-US" sz="3600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oferuje</a:t>
            </a:r>
            <a:r>
              <a:rPr lang="en-US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SPSS</a:t>
            </a:r>
            <a:endParaRPr lang="en-GB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B6871A1D-9D80-9B2E-A2B9-EB7FEB4C7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627" y="1857706"/>
            <a:ext cx="10729046" cy="322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251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EEDDC-E7F8-B138-0385-BFBBAE811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Test </a:t>
            </a:r>
            <a:r>
              <a:rPr lang="pl-PL" dirty="0" err="1"/>
              <a:t>Levena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578AB9-0D7C-59C0-EF23-393ABAD35B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l-PL" dirty="0"/>
                  <a:t>Hipoteza: Wariancja jest równa w obu grupach</a:t>
                </a:r>
              </a:p>
              <a:p>
                <a:endParaRPr lang="pl-PL" dirty="0"/>
              </a:p>
              <a:p>
                <a:r>
                  <a:rPr lang="pl-PL" dirty="0"/>
                  <a:t>Co liczy statystyka: Iloraz wariancji między grupami i łącznej wariancji w grupach</a:t>
                </a:r>
              </a:p>
              <a:p>
                <a:endParaRPr lang="pl-PL" dirty="0"/>
              </a:p>
              <a:p>
                <a:r>
                  <a:rPr lang="pl-PL" dirty="0"/>
                  <a:t>Formuła: </a:t>
                </a:r>
              </a:p>
              <a:p>
                <a:endParaRPr lang="pl-PL" dirty="0"/>
              </a:p>
              <a:p>
                <a:endParaRPr lang="pl-PL" dirty="0"/>
              </a:p>
              <a:p>
                <a:pPr lvl="1"/>
                <a:r>
                  <a:rPr lang="pl-PL" dirty="0"/>
                  <a:t>N – numer obserwacji, k – numer grup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l-P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l-PL" b="0" dirty="0"/>
                  <a:t>- obserwacja należąca do grupy </a:t>
                </a:r>
                <a14:m>
                  <m:oMath xmlns:m="http://schemas.openxmlformats.org/officeDocument/2006/math">
                    <m:r>
                      <a:rPr lang="pl-PL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l-PL" b="0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l-PL" dirty="0"/>
                  <a:t> - średnia w grupie </a:t>
                </a:r>
                <a14:m>
                  <m:oMath xmlns:m="http://schemas.openxmlformats.org/officeDocument/2006/math">
                    <m:r>
                      <a:rPr lang="pl-PL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l-PL" dirty="0"/>
                  <a:t>, 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578AB9-0D7C-59C0-EF23-393ABAD35B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2" t="-9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9FF55C0C-D144-6392-DA31-A0C154A29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859" y="4453789"/>
            <a:ext cx="3686689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639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BB4FD-BC48-28F1-C4D7-FC14C3B7E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pl-PL" dirty="0"/>
              <a:t>Analiza wariancji - ANOVA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4EC79-5CCC-4EF2-681D-7DF50EB45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4" y="2159331"/>
            <a:ext cx="5283289" cy="338130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EA3B4-A222-E033-9F81-A5D438505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160589"/>
            <a:ext cx="2927185" cy="3880773"/>
          </a:xfrm>
        </p:spPr>
        <p:txBody>
          <a:bodyPr>
            <a:normAutofit/>
          </a:bodyPr>
          <a:lstStyle/>
          <a:p>
            <a:r>
              <a:rPr lang="pl-PL" sz="1500"/>
              <a:t>Uogólnienie testu T-studenta na kilka grup. </a:t>
            </a:r>
          </a:p>
          <a:p>
            <a:endParaRPr lang="pl-PL" sz="1500"/>
          </a:p>
          <a:p>
            <a:r>
              <a:rPr lang="pl-PL" sz="1500"/>
              <a:t>Założenia: </a:t>
            </a:r>
          </a:p>
          <a:p>
            <a:pPr lvl="1"/>
            <a:r>
              <a:rPr lang="pl-PL" sz="1500"/>
              <a:t>Rozkład normalny</a:t>
            </a:r>
          </a:p>
          <a:p>
            <a:pPr lvl="1"/>
            <a:r>
              <a:rPr lang="pl-PL" sz="1500"/>
              <a:t>Równość wariancji </a:t>
            </a:r>
            <a:endParaRPr lang="en-GB" sz="1500"/>
          </a:p>
        </p:txBody>
      </p:sp>
    </p:spTree>
    <p:extLst>
      <p:ext uri="{BB962C8B-B14F-4D97-AF65-F5344CB8AC3E}">
        <p14:creationId xmlns:p14="http://schemas.microsoft.com/office/powerpoint/2010/main" val="62728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F78DF-B04F-399C-D201-E09A8444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sz="3300"/>
              <a:t>Testy nieparametryczne</a:t>
            </a:r>
            <a:endParaRPr lang="en-GB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77299-C72D-F7F8-A694-CB842223D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pl-PL" dirty="0"/>
              <a:t>Ogólna koncepcja: </a:t>
            </a:r>
          </a:p>
          <a:p>
            <a:pPr lvl="1"/>
            <a:r>
              <a:rPr lang="pl-PL" dirty="0"/>
              <a:t>Brak założeń odnośnie rozkładu danej zmiennej</a:t>
            </a:r>
          </a:p>
          <a:p>
            <a:pPr lvl="1"/>
            <a:r>
              <a:rPr lang="pl-PL" dirty="0"/>
              <a:t>Często mniejsze możliwości wnioskowania</a:t>
            </a:r>
          </a:p>
          <a:p>
            <a:pPr lvl="1"/>
            <a:endParaRPr lang="pl-PL" dirty="0"/>
          </a:p>
          <a:p>
            <a:r>
              <a:rPr lang="pl-PL" dirty="0"/>
              <a:t>Jakie testy możemy spotkać – równość średnich: </a:t>
            </a:r>
          </a:p>
          <a:p>
            <a:pPr lvl="1"/>
            <a:r>
              <a:rPr lang="pl-PL" dirty="0"/>
              <a:t>Test Rang </a:t>
            </a:r>
            <a:r>
              <a:rPr lang="pl-PL" dirty="0" err="1"/>
              <a:t>Wilcoxona</a:t>
            </a:r>
            <a:endParaRPr lang="pl-PL" dirty="0"/>
          </a:p>
          <a:p>
            <a:pPr lvl="1"/>
            <a:r>
              <a:rPr lang="pl-PL" dirty="0"/>
              <a:t>Test Kruskala-</a:t>
            </a:r>
            <a:r>
              <a:rPr lang="pl-PL" dirty="0" err="1"/>
              <a:t>Wallisa</a:t>
            </a:r>
            <a:r>
              <a:rPr lang="pl-PL" dirty="0"/>
              <a:t> </a:t>
            </a:r>
            <a:endParaRPr lang="en-GB" dirty="0"/>
          </a:p>
        </p:txBody>
      </p:sp>
      <p:pic>
        <p:nvPicPr>
          <p:cNvPr id="10" name="Picture 7" descr="Arkusz papieru do testów i ołówek">
            <a:extLst>
              <a:ext uri="{FF2B5EF4-FFF2-40B4-BE49-F238E27FC236}">
                <a16:creationId xmlns:a16="http://schemas.microsoft.com/office/drawing/2014/main" id="{023A8C0A-5F7E-45B1-B444-945EC6587D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867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66147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EEDDC-E7F8-B138-0385-BFBBAE811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pl-PL" dirty="0"/>
              <a:t>Test rang </a:t>
            </a:r>
            <a:r>
              <a:rPr lang="pl-PL" dirty="0" err="1"/>
              <a:t>Wilcoxona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78AB9-0D7C-59C0-EF23-393ABAD35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 fontScale="92500"/>
          </a:bodyPr>
          <a:lstStyle/>
          <a:p>
            <a:r>
              <a:rPr lang="pl-PL" dirty="0"/>
              <a:t>Odpowiednik testu t-studenta</a:t>
            </a:r>
          </a:p>
          <a:p>
            <a:pPr lvl="1"/>
            <a:r>
              <a:rPr lang="pl-PL" dirty="0"/>
              <a:t>Hipoteza zerowa:  równość mediany</a:t>
            </a:r>
          </a:p>
          <a:p>
            <a:pPr lvl="1"/>
            <a:r>
              <a:rPr lang="pl-PL" dirty="0"/>
              <a:t>Hipoteza alternatywna: brak równości</a:t>
            </a:r>
          </a:p>
          <a:p>
            <a:pPr lvl="1"/>
            <a:endParaRPr lang="pl-PL" dirty="0"/>
          </a:p>
          <a:p>
            <a:r>
              <a:rPr lang="pl-PL" dirty="0"/>
              <a:t>Jak działa: </a:t>
            </a:r>
          </a:p>
          <a:p>
            <a:pPr lvl="1"/>
            <a:r>
              <a:rPr lang="pl-PL" dirty="0"/>
              <a:t>Nadajemy rangi kolejnym wartościom – najmniejsza obserwacja w 2 grupach dostaje rangę 1, druga najmniejsza 2 etc.</a:t>
            </a:r>
          </a:p>
          <a:p>
            <a:pPr lvl="1"/>
            <a:r>
              <a:rPr lang="pl-PL" dirty="0"/>
              <a:t>Liczymy statystykę U – suma rang.</a:t>
            </a:r>
          </a:p>
          <a:p>
            <a:pPr lvl="1"/>
            <a:r>
              <a:rPr lang="pl-PL" dirty="0"/>
              <a:t>Wzór: </a:t>
            </a:r>
            <a:r>
              <a:rPr lang="pl-PL" dirty="0">
                <a:hlinkClick r:id="rId2"/>
              </a:rPr>
              <a:t>Link</a:t>
            </a:r>
            <a:endParaRPr lang="en-GB" dirty="0"/>
          </a:p>
        </p:txBody>
      </p:sp>
      <p:pic>
        <p:nvPicPr>
          <p:cNvPr id="5" name="Picture 4" descr="Wiele znaków zapytania na czarnym tle">
            <a:extLst>
              <a:ext uri="{FF2B5EF4-FFF2-40B4-BE49-F238E27FC236}">
                <a16:creationId xmlns:a16="http://schemas.microsoft.com/office/drawing/2014/main" id="{3670D828-CDF5-F43D-1964-6DA46714F1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013" r="2" b="2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83835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1">
            <a:extLst>
              <a:ext uri="{FF2B5EF4-FFF2-40B4-BE49-F238E27FC236}">
                <a16:creationId xmlns:a16="http://schemas.microsoft.com/office/drawing/2014/main" id="{90A61547-2555-4DE2-A37F-A53E54917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2447E0-8F0D-479C-94E4-82BC8EB68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F943397-DCDD-44CB-BBA9-9510B7698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E2630ADC-31DB-4C48-AC4A-DAAE5A7B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2CA5C44E-F54E-47E0-8989-4D8686B33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F54E15E-830B-4375-A239-4C51954DE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CB37E322-FF7E-4872-BD6B-50A48CBEA5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710D0C1E-D2F8-45B2-AE14-1AC8E976F7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3216331B-17D0-4167-ABD2-B2198058C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A53A7A96-3806-4BB3-91DE-6EED48AC78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F8C2B86C-EE71-466E-8991-503F9C9C1B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0109BC0A-B6C9-46F8-D004-D41C8A917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Test rang </a:t>
            </a:r>
            <a:r>
              <a:rPr lang="pl-PL" dirty="0" err="1"/>
              <a:t>Wilcoxona</a:t>
            </a:r>
            <a:endParaRPr lang="en-GB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CBEB275-3308-F783-A0F7-7420082EC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07" y="1270000"/>
            <a:ext cx="7783011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246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DE8DE2B-61C1-46D5-BEB8-521321C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12C92A-B902-4B69-BDCF-CCA3021FC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BDBC14-42A0-4182-BFBA-0751F6350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902DC474-5BCC-4188-ACDC-AD63E6B18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7B427019-8592-4032-931B-4F27104C9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1D6E2CEA-A5BB-4CF7-B907-AE4DBF674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78D09D5A-29CC-4B32-9CE1-72E607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6DF3A3FC-950B-40B0-923D-0F0BC1A5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BCA0F2E1-CD3D-4521-9CCB-41A5CC6C5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9BA4F16A-21DC-462A-AD37-0A93C8B79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B75EBDD-038D-4572-A372-114938295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1029ED5-F105-4DD2-99C8-1E4422817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D621E68-BF28-4A1C-B1A2-4E55E139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8BBE4D-F0DF-49B9-B75A-99DAC53ACA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E0F07DDC-34A6-46A1-9DE9-2BBE2931A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2CEB2BF9-B8DB-45B9-86EA-D197B5B1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08B5BB34-3801-4E70-A981-FE007635E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38432A75-2CEB-463C-A8F2-ABB50A79F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E7E850B8-C050-4597-8BEB-113FEC9A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24ACC798-9CEC-4B6F-A8DD-F8E6FCCCF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1D58A8C6-1294-4CD9-89BC-F1E981A52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32F2ED6-6143-46C4-A641-72D42732B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5C9652B3-A450-4ED6-8FBF-F536BA60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F450FA-CF36-CD59-27A0-CB15503EAF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4629" r="-2" b="23606"/>
          <a:stretch/>
        </p:blipFill>
        <p:spPr>
          <a:xfrm>
            <a:off x="568452" y="571500"/>
            <a:ext cx="1105509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255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AA38D-01A5-75DE-70C0-A51D3A3D3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Test </a:t>
            </a:r>
            <a:r>
              <a:rPr lang="en-US" sz="3600" dirty="0" err="1"/>
              <a:t>Kruskala</a:t>
            </a:r>
            <a:r>
              <a:rPr lang="en-US" sz="3600" dirty="0"/>
              <a:t> – </a:t>
            </a:r>
            <a:r>
              <a:rPr lang="en-US" sz="3600" dirty="0" err="1"/>
              <a:t>Wallisa</a:t>
            </a:r>
            <a:r>
              <a:rPr lang="en-US" sz="3600" dirty="0"/>
              <a:t> SPSS</a:t>
            </a:r>
            <a:endParaRPr lang="en-GB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3A2520F-02E5-565A-7E85-BCA520F690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291" y="2096655"/>
            <a:ext cx="6356178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68795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146</TotalTime>
  <Words>465</Words>
  <Application>Microsoft Office PowerPoint</Application>
  <PresentationFormat>Widescreen</PresentationFormat>
  <Paragraphs>100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Cambria Math</vt:lpstr>
      <vt:lpstr>Trebuchet MS</vt:lpstr>
      <vt:lpstr>Wingdings 3</vt:lpstr>
      <vt:lpstr>Facet</vt:lpstr>
      <vt:lpstr>Badania pilotażowe</vt:lpstr>
      <vt:lpstr>Założenie</vt:lpstr>
      <vt:lpstr>Eksploracyjna analiza danych</vt:lpstr>
      <vt:lpstr>Wykres pudełkowy (Box plot)</vt:lpstr>
      <vt:lpstr>Jak porównywać wyniki?</vt:lpstr>
      <vt:lpstr>Równość średnich - Test t-studenta  (2 populacje) </vt:lpstr>
      <vt:lpstr>Test –t podejmowanie decyzji</vt:lpstr>
      <vt:lpstr>Co oferuje Excel?</vt:lpstr>
      <vt:lpstr>XLS</vt:lpstr>
      <vt:lpstr>Test sparowany (Paired t-test)</vt:lpstr>
      <vt:lpstr>Co oferuje SPSS</vt:lpstr>
      <vt:lpstr>Test Levena</vt:lpstr>
      <vt:lpstr>Analiza wariancji - ANOVA</vt:lpstr>
      <vt:lpstr>Testy nieparametryczne</vt:lpstr>
      <vt:lpstr>Test rang Wilcoxona</vt:lpstr>
      <vt:lpstr>Test rang Wilcoxona</vt:lpstr>
      <vt:lpstr>PowerPoint Presentation</vt:lpstr>
      <vt:lpstr>Test Kruskala – Wallisa SPSS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Jakub Rybacki</dc:creator>
  <cp:lastModifiedBy>Jakub Rybacki</cp:lastModifiedBy>
  <cp:revision>1</cp:revision>
  <dcterms:created xsi:type="dcterms:W3CDTF">2022-12-07T04:52:38Z</dcterms:created>
  <dcterms:modified xsi:type="dcterms:W3CDTF">2022-12-08T11:20:20Z</dcterms:modified>
</cp:coreProperties>
</file>