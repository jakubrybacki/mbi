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0" r:id="rId4"/>
    <p:sldId id="262" r:id="rId5"/>
    <p:sldId id="258" r:id="rId6"/>
    <p:sldId id="259" r:id="rId7"/>
    <p:sldId id="257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B0D4FF-886F-49D6-96C2-60FB11A8C6A4}">
          <p14:sldIdLst>
            <p14:sldId id="256"/>
            <p14:sldId id="263"/>
          </p14:sldIdLst>
        </p14:section>
        <p14:section name="Dobór nieprobabilistyczny" id="{694378F9-0A9F-4231-92E9-7EF8A6A18957}">
          <p14:sldIdLst>
            <p14:sldId id="260"/>
            <p14:sldId id="262"/>
            <p14:sldId id="258"/>
            <p14:sldId id="259"/>
          </p14:sldIdLst>
        </p14:section>
        <p14:section name="Dobór probabilistyczny" id="{6916ECBD-8BD7-46F4-A1F4-E7F1AEE03A5E}">
          <p14:sldIdLst>
            <p14:sldId id="257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3DCD4-FE89-4DA7-95C9-44B608C47DE3}" v="22" dt="2022-12-14T20:24:04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FA63DCD4-FE89-4DA7-95C9-44B608C47DE3}"/>
    <pc:docChg chg="undo custSel addSld delSld modSld sldOrd addSection modSection">
      <pc:chgData name="Jakub Rybacki" userId="71160f026d85cc38" providerId="LiveId" clId="{FA63DCD4-FE89-4DA7-95C9-44B608C47DE3}" dt="2022-12-14T20:44:10.607" v="2515" actId="680"/>
      <pc:docMkLst>
        <pc:docMk/>
      </pc:docMkLst>
      <pc:sldChg chg="modSp mod">
        <pc:chgData name="Jakub Rybacki" userId="71160f026d85cc38" providerId="LiveId" clId="{FA63DCD4-FE89-4DA7-95C9-44B608C47DE3}" dt="2022-12-14T19:26:19.426" v="206" actId="20577"/>
        <pc:sldMkLst>
          <pc:docMk/>
          <pc:sldMk cId="979395495" sldId="256"/>
        </pc:sldMkLst>
        <pc:spChg chg="mod">
          <ac:chgData name="Jakub Rybacki" userId="71160f026d85cc38" providerId="LiveId" clId="{FA63DCD4-FE89-4DA7-95C9-44B608C47DE3}" dt="2022-12-14T19:26:19.426" v="206" actId="20577"/>
          <ac:spMkLst>
            <pc:docMk/>
            <pc:sldMk cId="979395495" sldId="256"/>
            <ac:spMk id="3" creationId="{067F5B1B-E708-FDD5-7DA9-B70984158E0D}"/>
          </ac:spMkLst>
        </pc:spChg>
      </pc:sldChg>
      <pc:sldChg chg="addSp delSp modSp mod ord setBg">
        <pc:chgData name="Jakub Rybacki" userId="71160f026d85cc38" providerId="LiveId" clId="{FA63DCD4-FE89-4DA7-95C9-44B608C47DE3}" dt="2022-12-14T20:19:59.766" v="1993"/>
        <pc:sldMkLst>
          <pc:docMk/>
          <pc:sldMk cId="94039136" sldId="257"/>
        </pc:sldMkLst>
        <pc:spChg chg="mo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2" creationId="{F13F4A25-46CE-1F50-DDF7-933CDB3F429A}"/>
          </ac:spMkLst>
        </pc:spChg>
        <pc:spChg chg="mod">
          <ac:chgData name="Jakub Rybacki" userId="71160f026d85cc38" providerId="LiveId" clId="{FA63DCD4-FE89-4DA7-95C9-44B608C47DE3}" dt="2022-12-14T20:19:59.766" v="1993"/>
          <ac:spMkLst>
            <pc:docMk/>
            <pc:sldMk cId="94039136" sldId="257"/>
            <ac:spMk id="3" creationId="{49E68226-6CF6-6E37-FF72-124F13B4C33E}"/>
          </ac:spMkLst>
        </pc:spChg>
        <pc:spChg chg="add del">
          <ac:chgData name="Jakub Rybacki" userId="71160f026d85cc38" providerId="LiveId" clId="{FA63DCD4-FE89-4DA7-95C9-44B608C47DE3}" dt="2022-12-14T20:19:13.724" v="1898" actId="26606"/>
          <ac:spMkLst>
            <pc:docMk/>
            <pc:sldMk cId="94039136" sldId="257"/>
            <ac:spMk id="13" creationId="{3F088236-D655-4F88-B238-E16762358025}"/>
          </ac:spMkLst>
        </pc:spChg>
        <pc:spChg chg="add del">
          <ac:chgData name="Jakub Rybacki" userId="71160f026d85cc38" providerId="LiveId" clId="{FA63DCD4-FE89-4DA7-95C9-44B608C47DE3}" dt="2022-12-14T20:19:13.724" v="1898" actId="26606"/>
          <ac:spMkLst>
            <pc:docMk/>
            <pc:sldMk cId="94039136" sldId="257"/>
            <ac:spMk id="15" creationId="{3DAC0C92-199E-475C-9390-119A9B027276}"/>
          </ac:spMkLst>
        </pc:spChg>
        <pc:spChg chg="add del">
          <ac:chgData name="Jakub Rybacki" userId="71160f026d85cc38" providerId="LiveId" clId="{FA63DCD4-FE89-4DA7-95C9-44B608C47DE3}" dt="2022-12-14T20:19:13.724" v="1898" actId="26606"/>
          <ac:spMkLst>
            <pc:docMk/>
            <pc:sldMk cId="94039136" sldId="257"/>
            <ac:spMk id="17" creationId="{C4CFB339-0ED8-4FE2-9EF1-6D1375B8499B}"/>
          </ac:spMkLst>
        </pc:spChg>
        <pc:spChg chg="add del">
          <ac:chgData name="Jakub Rybacki" userId="71160f026d85cc38" providerId="LiveId" clId="{FA63DCD4-FE89-4DA7-95C9-44B608C47DE3}" dt="2022-12-14T20:19:13.724" v="1898" actId="26606"/>
          <ac:spMkLst>
            <pc:docMk/>
            <pc:sldMk cId="94039136" sldId="257"/>
            <ac:spMk id="19" creationId="{31896C80-2069-4431-9C19-83B913734490}"/>
          </ac:spMkLst>
        </pc:spChg>
        <pc:spChg chg="add del">
          <ac:chgData name="Jakub Rybacki" userId="71160f026d85cc38" providerId="LiveId" clId="{FA63DCD4-FE89-4DA7-95C9-44B608C47DE3}" dt="2022-12-14T20:19:13.724" v="1898" actId="26606"/>
          <ac:spMkLst>
            <pc:docMk/>
            <pc:sldMk cId="94039136" sldId="257"/>
            <ac:spMk id="21" creationId="{BF120A21-0841-4823-B0C4-28AEBCEF9B78}"/>
          </ac:spMkLst>
        </pc:spChg>
        <pc:spChg chg="add del">
          <ac:chgData name="Jakub Rybacki" userId="71160f026d85cc38" providerId="LiveId" clId="{FA63DCD4-FE89-4DA7-95C9-44B608C47DE3}" dt="2022-12-14T20:19:13.724" v="1898" actId="26606"/>
          <ac:spMkLst>
            <pc:docMk/>
            <pc:sldMk cId="94039136" sldId="257"/>
            <ac:spMk id="23" creationId="{DBB05BAE-BBD3-4289-899F-A6851503C6B0}"/>
          </ac:spMkLst>
        </pc:spChg>
        <pc:spChg chg="add del">
          <ac:chgData name="Jakub Rybacki" userId="71160f026d85cc38" providerId="LiveId" clId="{FA63DCD4-FE89-4DA7-95C9-44B608C47DE3}" dt="2022-12-14T20:19:13.724" v="1898" actId="26606"/>
          <ac:spMkLst>
            <pc:docMk/>
            <pc:sldMk cId="94039136" sldId="257"/>
            <ac:spMk id="25" creationId="{9874D11C-36F5-4BBE-A490-019A54E953B0}"/>
          </ac:spMkLst>
        </pc:spChg>
        <pc:spChg chg="add del">
          <ac:chgData name="Jakub Rybacki" userId="71160f026d85cc38" providerId="LiveId" clId="{FA63DCD4-FE89-4DA7-95C9-44B608C47DE3}" dt="2022-12-14T20:19:16.356" v="1900" actId="26606"/>
          <ac:spMkLst>
            <pc:docMk/>
            <pc:sldMk cId="94039136" sldId="257"/>
            <ac:spMk id="30" creationId="{3F088236-D655-4F88-B238-E16762358025}"/>
          </ac:spMkLst>
        </pc:spChg>
        <pc:spChg chg="add del">
          <ac:chgData name="Jakub Rybacki" userId="71160f026d85cc38" providerId="LiveId" clId="{FA63DCD4-FE89-4DA7-95C9-44B608C47DE3}" dt="2022-12-14T20:19:16.356" v="1900" actId="26606"/>
          <ac:spMkLst>
            <pc:docMk/>
            <pc:sldMk cId="94039136" sldId="257"/>
            <ac:spMk id="31" creationId="{3DAC0C92-199E-475C-9390-119A9B027276}"/>
          </ac:spMkLst>
        </pc:spChg>
        <pc:spChg chg="add del">
          <ac:chgData name="Jakub Rybacki" userId="71160f026d85cc38" providerId="LiveId" clId="{FA63DCD4-FE89-4DA7-95C9-44B608C47DE3}" dt="2022-12-14T20:19:16.356" v="1900" actId="26606"/>
          <ac:spMkLst>
            <pc:docMk/>
            <pc:sldMk cId="94039136" sldId="257"/>
            <ac:spMk id="32" creationId="{C4CFB339-0ED8-4FE2-9EF1-6D1375B8499B}"/>
          </ac:spMkLst>
        </pc:spChg>
        <pc:spChg chg="add del">
          <ac:chgData name="Jakub Rybacki" userId="71160f026d85cc38" providerId="LiveId" clId="{FA63DCD4-FE89-4DA7-95C9-44B608C47DE3}" dt="2022-12-14T20:19:16.356" v="1900" actId="26606"/>
          <ac:spMkLst>
            <pc:docMk/>
            <pc:sldMk cId="94039136" sldId="257"/>
            <ac:spMk id="33" creationId="{31896C80-2069-4431-9C19-83B913734490}"/>
          </ac:spMkLst>
        </pc:spChg>
        <pc:spChg chg="add del">
          <ac:chgData name="Jakub Rybacki" userId="71160f026d85cc38" providerId="LiveId" clId="{FA63DCD4-FE89-4DA7-95C9-44B608C47DE3}" dt="2022-12-14T20:19:16.356" v="1900" actId="26606"/>
          <ac:spMkLst>
            <pc:docMk/>
            <pc:sldMk cId="94039136" sldId="257"/>
            <ac:spMk id="34" creationId="{BF120A21-0841-4823-B0C4-28AEBCEF9B78}"/>
          </ac:spMkLst>
        </pc:spChg>
        <pc:spChg chg="add del">
          <ac:chgData name="Jakub Rybacki" userId="71160f026d85cc38" providerId="LiveId" clId="{FA63DCD4-FE89-4DA7-95C9-44B608C47DE3}" dt="2022-12-14T20:19:16.356" v="1900" actId="26606"/>
          <ac:spMkLst>
            <pc:docMk/>
            <pc:sldMk cId="94039136" sldId="257"/>
            <ac:spMk id="35" creationId="{DBB05BAE-BBD3-4289-899F-A6851503C6B0}"/>
          </ac:spMkLst>
        </pc:spChg>
        <pc:spChg chg="add del">
          <ac:chgData name="Jakub Rybacki" userId="71160f026d85cc38" providerId="LiveId" clId="{FA63DCD4-FE89-4DA7-95C9-44B608C47DE3}" dt="2022-12-14T20:19:16.356" v="1900" actId="26606"/>
          <ac:spMkLst>
            <pc:docMk/>
            <pc:sldMk cId="94039136" sldId="257"/>
            <ac:spMk id="36" creationId="{9874D11C-36F5-4BBE-A490-019A54E953B0}"/>
          </ac:spMkLst>
        </pc:spChg>
        <pc:spChg chg="ad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41" creationId="{3F088236-D655-4F88-B238-E16762358025}"/>
          </ac:spMkLst>
        </pc:spChg>
        <pc:spChg chg="ad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42" creationId="{3DAC0C92-199E-475C-9390-119A9B027276}"/>
          </ac:spMkLst>
        </pc:spChg>
        <pc:spChg chg="ad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43" creationId="{C4CFB339-0ED8-4FE2-9EF1-6D1375B8499B}"/>
          </ac:spMkLst>
        </pc:spChg>
        <pc:spChg chg="ad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44" creationId="{31896C80-2069-4431-9C19-83B913734490}"/>
          </ac:spMkLst>
        </pc:spChg>
        <pc:spChg chg="ad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45" creationId="{BF120A21-0841-4823-B0C4-28AEBCEF9B78}"/>
          </ac:spMkLst>
        </pc:spChg>
        <pc:spChg chg="ad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46" creationId="{DBB05BAE-BBD3-4289-899F-A6851503C6B0}"/>
          </ac:spMkLst>
        </pc:spChg>
        <pc:spChg chg="add">
          <ac:chgData name="Jakub Rybacki" userId="71160f026d85cc38" providerId="LiveId" clId="{FA63DCD4-FE89-4DA7-95C9-44B608C47DE3}" dt="2022-12-14T20:19:16.366" v="1901" actId="26606"/>
          <ac:spMkLst>
            <pc:docMk/>
            <pc:sldMk cId="94039136" sldId="257"/>
            <ac:spMk id="47" creationId="{9874D11C-36F5-4BBE-A490-019A54E953B0}"/>
          </ac:spMkLst>
        </pc:spChg>
        <pc:picChg chg="add del">
          <ac:chgData name="Jakub Rybacki" userId="71160f026d85cc38" providerId="LiveId" clId="{FA63DCD4-FE89-4DA7-95C9-44B608C47DE3}" dt="2022-12-14T20:19:13.724" v="1898" actId="26606"/>
          <ac:picMkLst>
            <pc:docMk/>
            <pc:sldMk cId="94039136" sldId="257"/>
            <ac:picMk id="5" creationId="{57FE06C8-71C8-0965-4C92-63D29CD98893}"/>
          </ac:picMkLst>
        </pc:picChg>
        <pc:picChg chg="add del">
          <ac:chgData name="Jakub Rybacki" userId="71160f026d85cc38" providerId="LiveId" clId="{FA63DCD4-FE89-4DA7-95C9-44B608C47DE3}" dt="2022-12-14T20:19:16.356" v="1900" actId="26606"/>
          <ac:picMkLst>
            <pc:docMk/>
            <pc:sldMk cId="94039136" sldId="257"/>
            <ac:picMk id="27" creationId="{2887DAAD-585E-758F-566A-C077C2F3CC38}"/>
          </ac:picMkLst>
        </pc:picChg>
        <pc:picChg chg="add">
          <ac:chgData name="Jakub Rybacki" userId="71160f026d85cc38" providerId="LiveId" clId="{FA63DCD4-FE89-4DA7-95C9-44B608C47DE3}" dt="2022-12-14T20:19:16.366" v="1901" actId="26606"/>
          <ac:picMkLst>
            <pc:docMk/>
            <pc:sldMk cId="94039136" sldId="257"/>
            <ac:picMk id="38" creationId="{2584E8D6-6B96-1195-9DF2-4E792E34AB56}"/>
          </ac:picMkLst>
        </pc:picChg>
        <pc:cxnChg chg="add del">
          <ac:chgData name="Jakub Rybacki" userId="71160f026d85cc38" providerId="LiveId" clId="{FA63DCD4-FE89-4DA7-95C9-44B608C47DE3}" dt="2022-12-14T20:19:13.724" v="1898" actId="26606"/>
          <ac:cxnSpMkLst>
            <pc:docMk/>
            <pc:sldMk cId="94039136" sldId="257"/>
            <ac:cxnSpMk id="9" creationId="{64FA5DFF-7FE6-4855-84E6-DFA78EE978BD}"/>
          </ac:cxnSpMkLst>
        </pc:cxnChg>
        <pc:cxnChg chg="add del">
          <ac:chgData name="Jakub Rybacki" userId="71160f026d85cc38" providerId="LiveId" clId="{FA63DCD4-FE89-4DA7-95C9-44B608C47DE3}" dt="2022-12-14T20:19:13.724" v="1898" actId="26606"/>
          <ac:cxnSpMkLst>
            <pc:docMk/>
            <pc:sldMk cId="94039136" sldId="257"/>
            <ac:cxnSpMk id="11" creationId="{2AFD8CBA-54A3-4363-991B-B9C631BBFA74}"/>
          </ac:cxnSpMkLst>
        </pc:cxnChg>
        <pc:cxnChg chg="add del">
          <ac:chgData name="Jakub Rybacki" userId="71160f026d85cc38" providerId="LiveId" clId="{FA63DCD4-FE89-4DA7-95C9-44B608C47DE3}" dt="2022-12-14T20:19:16.356" v="1900" actId="26606"/>
          <ac:cxnSpMkLst>
            <pc:docMk/>
            <pc:sldMk cId="94039136" sldId="257"/>
            <ac:cxnSpMk id="28" creationId="{64FA5DFF-7FE6-4855-84E6-DFA78EE978BD}"/>
          </ac:cxnSpMkLst>
        </pc:cxnChg>
        <pc:cxnChg chg="add del">
          <ac:chgData name="Jakub Rybacki" userId="71160f026d85cc38" providerId="LiveId" clId="{FA63DCD4-FE89-4DA7-95C9-44B608C47DE3}" dt="2022-12-14T20:19:16.356" v="1900" actId="26606"/>
          <ac:cxnSpMkLst>
            <pc:docMk/>
            <pc:sldMk cId="94039136" sldId="257"/>
            <ac:cxnSpMk id="29" creationId="{2AFD8CBA-54A3-4363-991B-B9C631BBFA74}"/>
          </ac:cxnSpMkLst>
        </pc:cxnChg>
        <pc:cxnChg chg="add">
          <ac:chgData name="Jakub Rybacki" userId="71160f026d85cc38" providerId="LiveId" clId="{FA63DCD4-FE89-4DA7-95C9-44B608C47DE3}" dt="2022-12-14T20:19:16.366" v="1901" actId="26606"/>
          <ac:cxnSpMkLst>
            <pc:docMk/>
            <pc:sldMk cId="94039136" sldId="257"/>
            <ac:cxnSpMk id="39" creationId="{64FA5DFF-7FE6-4855-84E6-DFA78EE978BD}"/>
          </ac:cxnSpMkLst>
        </pc:cxnChg>
        <pc:cxnChg chg="add">
          <ac:chgData name="Jakub Rybacki" userId="71160f026d85cc38" providerId="LiveId" clId="{FA63DCD4-FE89-4DA7-95C9-44B608C47DE3}" dt="2022-12-14T20:19:16.366" v="1901" actId="26606"/>
          <ac:cxnSpMkLst>
            <pc:docMk/>
            <pc:sldMk cId="94039136" sldId="257"/>
            <ac:cxnSpMk id="40" creationId="{2AFD8CBA-54A3-4363-991B-B9C631BBFA74}"/>
          </ac:cxnSpMkLst>
        </pc:cxnChg>
      </pc:sldChg>
      <pc:sldChg chg="addSp delSp modSp new mod setBg setClrOvrMap">
        <pc:chgData name="Jakub Rybacki" userId="71160f026d85cc38" providerId="LiveId" clId="{FA63DCD4-FE89-4DA7-95C9-44B608C47DE3}" dt="2022-12-14T20:00:12.256" v="1530" actId="26606"/>
        <pc:sldMkLst>
          <pc:docMk/>
          <pc:sldMk cId="4223548488" sldId="258"/>
        </pc:sldMkLst>
        <pc:spChg chg="mod">
          <ac:chgData name="Jakub Rybacki" userId="71160f026d85cc38" providerId="LiveId" clId="{FA63DCD4-FE89-4DA7-95C9-44B608C47DE3}" dt="2022-12-14T20:00:12.256" v="1530" actId="26606"/>
          <ac:spMkLst>
            <pc:docMk/>
            <pc:sldMk cId="4223548488" sldId="258"/>
            <ac:spMk id="2" creationId="{888EF87D-E83F-6D1E-8680-78612FF07F11}"/>
          </ac:spMkLst>
        </pc:spChg>
        <pc:spChg chg="mod">
          <ac:chgData name="Jakub Rybacki" userId="71160f026d85cc38" providerId="LiveId" clId="{FA63DCD4-FE89-4DA7-95C9-44B608C47DE3}" dt="2022-12-14T20:00:12.256" v="1530" actId="26606"/>
          <ac:spMkLst>
            <pc:docMk/>
            <pc:sldMk cId="4223548488" sldId="258"/>
            <ac:spMk id="3" creationId="{73569799-8397-53D4-E002-586BA8337293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8" creationId="{A65AC7D1-EAA9-48F5-B509-60A7F50BF703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10" creationId="{D6320AF9-619A-4175-865B-5663E1AEF4C5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16" creationId="{7E018740-5C2B-4A41-AC1A-7E68D1EC1954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18" creationId="{166F75A4-C475-4941-8EE2-B80A06A2C1BB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20" creationId="{A032553A-72E8-4B0D-8405-FF9771C9AF05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22" creationId="{765800AC-C3B9-498E-87BC-29FAE4C76B21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24" creationId="{1F9D6ACB-2FF4-49F9-978A-E0D5327FC635}"/>
          </ac:spMkLst>
        </pc:spChg>
        <pc:spChg chg="add del">
          <ac:chgData name="Jakub Rybacki" userId="71160f026d85cc38" providerId="LiveId" clId="{FA63DCD4-FE89-4DA7-95C9-44B608C47DE3}" dt="2022-12-14T20:00:12.251" v="1529" actId="26606"/>
          <ac:spMkLst>
            <pc:docMk/>
            <pc:sldMk cId="4223548488" sldId="258"/>
            <ac:spMk id="26" creationId="{142BFA2A-77A0-4F60-A32A-685681C84889}"/>
          </ac:spMkLst>
        </pc:spChg>
        <pc:spChg chg="add">
          <ac:chgData name="Jakub Rybacki" userId="71160f026d85cc38" providerId="LiveId" clId="{FA63DCD4-FE89-4DA7-95C9-44B608C47DE3}" dt="2022-12-14T20:00:12.256" v="1530" actId="26606"/>
          <ac:spMkLst>
            <pc:docMk/>
            <pc:sldMk cId="4223548488" sldId="258"/>
            <ac:spMk id="28" creationId="{603AE127-802C-459A-A612-DB85B67F0DC0}"/>
          </ac:spMkLst>
        </pc:spChg>
        <pc:spChg chg="add">
          <ac:chgData name="Jakub Rybacki" userId="71160f026d85cc38" providerId="LiveId" clId="{FA63DCD4-FE89-4DA7-95C9-44B608C47DE3}" dt="2022-12-14T20:00:12.256" v="1530" actId="26606"/>
          <ac:spMkLst>
            <pc:docMk/>
            <pc:sldMk cId="4223548488" sldId="258"/>
            <ac:spMk id="29" creationId="{9323D83D-50D6-4040-A58B-FCEA340F886A}"/>
          </ac:spMkLst>
        </pc:spChg>
        <pc:spChg chg="add">
          <ac:chgData name="Jakub Rybacki" userId="71160f026d85cc38" providerId="LiveId" clId="{FA63DCD4-FE89-4DA7-95C9-44B608C47DE3}" dt="2022-12-14T20:00:12.256" v="1530" actId="26606"/>
          <ac:spMkLst>
            <pc:docMk/>
            <pc:sldMk cId="4223548488" sldId="258"/>
            <ac:spMk id="31" creationId="{F10FD715-4DCE-4779-B634-EC78315EA213}"/>
          </ac:spMkLst>
        </pc:spChg>
        <pc:cxnChg chg="add del">
          <ac:chgData name="Jakub Rybacki" userId="71160f026d85cc38" providerId="LiveId" clId="{FA63DCD4-FE89-4DA7-95C9-44B608C47DE3}" dt="2022-12-14T20:00:12.251" v="1529" actId="26606"/>
          <ac:cxnSpMkLst>
            <pc:docMk/>
            <pc:sldMk cId="4223548488" sldId="258"/>
            <ac:cxnSpMk id="12" creationId="{063B6EC6-D752-4EE7-908B-F8F19E8C7FEA}"/>
          </ac:cxnSpMkLst>
        </pc:cxnChg>
        <pc:cxnChg chg="add del">
          <ac:chgData name="Jakub Rybacki" userId="71160f026d85cc38" providerId="LiveId" clId="{FA63DCD4-FE89-4DA7-95C9-44B608C47DE3}" dt="2022-12-14T20:00:12.251" v="1529" actId="26606"/>
          <ac:cxnSpMkLst>
            <pc:docMk/>
            <pc:sldMk cId="4223548488" sldId="258"/>
            <ac:cxnSpMk id="14" creationId="{EFECD4E8-AD3E-4228-82A2-9461958EA94D}"/>
          </ac:cxnSpMkLst>
        </pc:cxnChg>
        <pc:cxnChg chg="add">
          <ac:chgData name="Jakub Rybacki" userId="71160f026d85cc38" providerId="LiveId" clId="{FA63DCD4-FE89-4DA7-95C9-44B608C47DE3}" dt="2022-12-14T20:00:12.256" v="1530" actId="26606"/>
          <ac:cxnSpMkLst>
            <pc:docMk/>
            <pc:sldMk cId="4223548488" sldId="258"/>
            <ac:cxnSpMk id="30" creationId="{1A1FE6BB-DFB2-4080-9B5E-076EF5DDE67B}"/>
          </ac:cxnSpMkLst>
        </pc:cxnChg>
      </pc:sldChg>
      <pc:sldChg chg="addSp delSp modSp new mod setBg addAnim delAnim">
        <pc:chgData name="Jakub Rybacki" userId="71160f026d85cc38" providerId="LiveId" clId="{FA63DCD4-FE89-4DA7-95C9-44B608C47DE3}" dt="2022-12-14T20:05:42.483" v="1815" actId="20577"/>
        <pc:sldMkLst>
          <pc:docMk/>
          <pc:sldMk cId="782614815" sldId="259"/>
        </pc:sldMkLst>
        <pc:spChg chg="mod">
          <ac:chgData name="Jakub Rybacki" userId="71160f026d85cc38" providerId="LiveId" clId="{FA63DCD4-FE89-4DA7-95C9-44B608C47DE3}" dt="2022-12-14T20:02:01.266" v="1731" actId="20577"/>
          <ac:spMkLst>
            <pc:docMk/>
            <pc:sldMk cId="782614815" sldId="259"/>
            <ac:spMk id="2" creationId="{EE04FFD9-4D28-57FD-1776-3BEE80F4088B}"/>
          </ac:spMkLst>
        </pc:spChg>
        <pc:spChg chg="mod">
          <ac:chgData name="Jakub Rybacki" userId="71160f026d85cc38" providerId="LiveId" clId="{FA63DCD4-FE89-4DA7-95C9-44B608C47DE3}" dt="2022-12-14T20:05:42.483" v="1815" actId="20577"/>
          <ac:spMkLst>
            <pc:docMk/>
            <pc:sldMk cId="782614815" sldId="259"/>
            <ac:spMk id="3" creationId="{9818ACF3-568A-241D-C316-2AA86251D8C7}"/>
          </ac:spMkLst>
        </pc:spChg>
        <pc:spChg chg="add del">
          <ac:chgData name="Jakub Rybacki" userId="71160f026d85cc38" providerId="LiveId" clId="{FA63DCD4-FE89-4DA7-95C9-44B608C47DE3}" dt="2022-12-14T20:00:35.899" v="1533" actId="26606"/>
          <ac:spMkLst>
            <pc:docMk/>
            <pc:sldMk cId="782614815" sldId="259"/>
            <ac:spMk id="9" creationId="{3BCB5F6A-9EB0-40B0-9D13-3023E9A20508}"/>
          </ac:spMkLst>
        </pc:spChg>
        <pc:spChg chg="add del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12" creationId="{3BCB5F6A-9EB0-40B0-9D13-3023E9A20508}"/>
          </ac:spMkLst>
        </pc:spChg>
        <pc:spChg chg="add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21" creationId="{3F088236-D655-4F88-B238-E16762358025}"/>
          </ac:spMkLst>
        </pc:spChg>
        <pc:spChg chg="add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23" creationId="{3DAC0C92-199E-475C-9390-119A9B027276}"/>
          </ac:spMkLst>
        </pc:spChg>
        <pc:spChg chg="add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25" creationId="{C4CFB339-0ED8-4FE2-9EF1-6D1375B8499B}"/>
          </ac:spMkLst>
        </pc:spChg>
        <pc:spChg chg="add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27" creationId="{31896C80-2069-4431-9C19-83B913734490}"/>
          </ac:spMkLst>
        </pc:spChg>
        <pc:spChg chg="add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29" creationId="{BF120A21-0841-4823-B0C4-28AEBCEF9B78}"/>
          </ac:spMkLst>
        </pc:spChg>
        <pc:spChg chg="add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31" creationId="{DBB05BAE-BBD3-4289-899F-A6851503C6B0}"/>
          </ac:spMkLst>
        </pc:spChg>
        <pc:spChg chg="add">
          <ac:chgData name="Jakub Rybacki" userId="71160f026d85cc38" providerId="LiveId" clId="{FA63DCD4-FE89-4DA7-95C9-44B608C47DE3}" dt="2022-12-14T20:01:29.466" v="1684" actId="26606"/>
          <ac:spMkLst>
            <pc:docMk/>
            <pc:sldMk cId="782614815" sldId="259"/>
            <ac:spMk id="33" creationId="{9874D11C-36F5-4BBE-A490-019A54E953B0}"/>
          </ac:spMkLst>
        </pc:spChg>
        <pc:picChg chg="add del">
          <ac:chgData name="Jakub Rybacki" userId="71160f026d85cc38" providerId="LiveId" clId="{FA63DCD4-FE89-4DA7-95C9-44B608C47DE3}" dt="2022-12-14T20:00:35.899" v="1533" actId="26606"/>
          <ac:picMkLst>
            <pc:docMk/>
            <pc:sldMk cId="782614815" sldId="259"/>
            <ac:picMk id="5" creationId="{9C7ADA29-9F88-81DF-8220-9089905BF771}"/>
          </ac:picMkLst>
        </pc:picChg>
        <pc:picChg chg="add mod ord">
          <ac:chgData name="Jakub Rybacki" userId="71160f026d85cc38" providerId="LiveId" clId="{FA63DCD4-FE89-4DA7-95C9-44B608C47DE3}" dt="2022-12-14T20:01:29.466" v="1684" actId="26606"/>
          <ac:picMkLst>
            <pc:docMk/>
            <pc:sldMk cId="782614815" sldId="259"/>
            <ac:picMk id="11" creationId="{054B0857-7DC3-7F4B-07D5-B94A1D7DDACE}"/>
          </ac:picMkLst>
        </pc:picChg>
        <pc:cxnChg chg="add">
          <ac:chgData name="Jakub Rybacki" userId="71160f026d85cc38" providerId="LiveId" clId="{FA63DCD4-FE89-4DA7-95C9-44B608C47DE3}" dt="2022-12-14T20:01:29.466" v="1684" actId="26606"/>
          <ac:cxnSpMkLst>
            <pc:docMk/>
            <pc:sldMk cId="782614815" sldId="259"/>
            <ac:cxnSpMk id="17" creationId="{64FA5DFF-7FE6-4855-84E6-DFA78EE978BD}"/>
          </ac:cxnSpMkLst>
        </pc:cxnChg>
        <pc:cxnChg chg="add">
          <ac:chgData name="Jakub Rybacki" userId="71160f026d85cc38" providerId="LiveId" clId="{FA63DCD4-FE89-4DA7-95C9-44B608C47DE3}" dt="2022-12-14T20:01:29.466" v="1684" actId="26606"/>
          <ac:cxnSpMkLst>
            <pc:docMk/>
            <pc:sldMk cId="782614815" sldId="259"/>
            <ac:cxnSpMk id="19" creationId="{2AFD8CBA-54A3-4363-991B-B9C631BBFA74}"/>
          </ac:cxnSpMkLst>
        </pc:cxnChg>
      </pc:sldChg>
      <pc:sldChg chg="addSp delSp modSp new mod ord setBg">
        <pc:chgData name="Jakub Rybacki" userId="71160f026d85cc38" providerId="LiveId" clId="{FA63DCD4-FE89-4DA7-95C9-44B608C47DE3}" dt="2022-12-14T19:43:41.019" v="652" actId="26606"/>
        <pc:sldMkLst>
          <pc:docMk/>
          <pc:sldMk cId="101546133" sldId="260"/>
        </pc:sldMkLst>
        <pc:spChg chg="mo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2" creationId="{9ED8A17D-D45D-4B9C-34B6-DCD21CBF197B}"/>
          </ac:spMkLst>
        </pc:spChg>
        <pc:spChg chg="mo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3" creationId="{211425C5-8753-D5A4-1E77-5B49A38116A1}"/>
          </ac:spMkLst>
        </pc:spChg>
        <pc:spChg chg="add del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9" creationId="{3BCB5F6A-9EB0-40B0-9D13-3023E9A20508}"/>
          </ac:spMkLst>
        </pc:spChg>
        <pc:spChg chg="ad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18" creationId="{3F088236-D655-4F88-B238-E16762358025}"/>
          </ac:spMkLst>
        </pc:spChg>
        <pc:spChg chg="ad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20" creationId="{3DAC0C92-199E-475C-9390-119A9B027276}"/>
          </ac:spMkLst>
        </pc:spChg>
        <pc:spChg chg="ad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22" creationId="{C4CFB339-0ED8-4FE2-9EF1-6D1375B8499B}"/>
          </ac:spMkLst>
        </pc:spChg>
        <pc:spChg chg="ad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24" creationId="{31896C80-2069-4431-9C19-83B913734490}"/>
          </ac:spMkLst>
        </pc:spChg>
        <pc:spChg chg="ad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26" creationId="{BF120A21-0841-4823-B0C4-28AEBCEF9B78}"/>
          </ac:spMkLst>
        </pc:spChg>
        <pc:spChg chg="ad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28" creationId="{DBB05BAE-BBD3-4289-899F-A6851503C6B0}"/>
          </ac:spMkLst>
        </pc:spChg>
        <pc:spChg chg="add">
          <ac:chgData name="Jakub Rybacki" userId="71160f026d85cc38" providerId="LiveId" clId="{FA63DCD4-FE89-4DA7-95C9-44B608C47DE3}" dt="2022-12-14T19:43:41.019" v="652" actId="26606"/>
          <ac:spMkLst>
            <pc:docMk/>
            <pc:sldMk cId="101546133" sldId="260"/>
            <ac:spMk id="30" creationId="{9874D11C-36F5-4BBE-A490-019A54E953B0}"/>
          </ac:spMkLst>
        </pc:spChg>
        <pc:picChg chg="add mod ord">
          <ac:chgData name="Jakub Rybacki" userId="71160f026d85cc38" providerId="LiveId" clId="{FA63DCD4-FE89-4DA7-95C9-44B608C47DE3}" dt="2022-12-14T19:43:41.019" v="652" actId="26606"/>
          <ac:picMkLst>
            <pc:docMk/>
            <pc:sldMk cId="101546133" sldId="260"/>
            <ac:picMk id="5" creationId="{4F7B6249-A2BA-583C-C9F3-1473D45CC9B0}"/>
          </ac:picMkLst>
        </pc:picChg>
        <pc:cxnChg chg="add">
          <ac:chgData name="Jakub Rybacki" userId="71160f026d85cc38" providerId="LiveId" clId="{FA63DCD4-FE89-4DA7-95C9-44B608C47DE3}" dt="2022-12-14T19:43:41.019" v="652" actId="26606"/>
          <ac:cxnSpMkLst>
            <pc:docMk/>
            <pc:sldMk cId="101546133" sldId="260"/>
            <ac:cxnSpMk id="14" creationId="{64FA5DFF-7FE6-4855-84E6-DFA78EE978BD}"/>
          </ac:cxnSpMkLst>
        </pc:cxnChg>
        <pc:cxnChg chg="add">
          <ac:chgData name="Jakub Rybacki" userId="71160f026d85cc38" providerId="LiveId" clId="{FA63DCD4-FE89-4DA7-95C9-44B608C47DE3}" dt="2022-12-14T19:43:41.019" v="652" actId="26606"/>
          <ac:cxnSpMkLst>
            <pc:docMk/>
            <pc:sldMk cId="101546133" sldId="260"/>
            <ac:cxnSpMk id="16" creationId="{2AFD8CBA-54A3-4363-991B-B9C631BBFA74}"/>
          </ac:cxnSpMkLst>
        </pc:cxnChg>
      </pc:sldChg>
      <pc:sldChg chg="delSp modSp add del mod setBg delDesignElem">
        <pc:chgData name="Jakub Rybacki" userId="71160f026d85cc38" providerId="LiveId" clId="{FA63DCD4-FE89-4DA7-95C9-44B608C47DE3}" dt="2022-12-14T19:50:09.216" v="755" actId="2696"/>
        <pc:sldMkLst>
          <pc:docMk/>
          <pc:sldMk cId="976416852" sldId="261"/>
        </pc:sldMkLst>
        <pc:spChg chg="mod">
          <ac:chgData name="Jakub Rybacki" userId="71160f026d85cc38" providerId="LiveId" clId="{FA63DCD4-FE89-4DA7-95C9-44B608C47DE3}" dt="2022-12-14T19:47:44.227" v="669" actId="20577"/>
          <ac:spMkLst>
            <pc:docMk/>
            <pc:sldMk cId="976416852" sldId="261"/>
            <ac:spMk id="2" creationId="{9ED8A17D-D45D-4B9C-34B6-DCD21CBF197B}"/>
          </ac:spMkLst>
        </pc:spChg>
        <pc:spChg chg="mod">
          <ac:chgData name="Jakub Rybacki" userId="71160f026d85cc38" providerId="LiveId" clId="{FA63DCD4-FE89-4DA7-95C9-44B608C47DE3}" dt="2022-12-14T19:50:03.684" v="753" actId="21"/>
          <ac:spMkLst>
            <pc:docMk/>
            <pc:sldMk cId="976416852" sldId="261"/>
            <ac:spMk id="3" creationId="{211425C5-8753-D5A4-1E77-5B49A38116A1}"/>
          </ac:spMkLst>
        </pc:spChg>
        <pc:spChg chg="del">
          <ac:chgData name="Jakub Rybacki" userId="71160f026d85cc38" providerId="LiveId" clId="{FA63DCD4-FE89-4DA7-95C9-44B608C47DE3}" dt="2022-12-14T19:47:37.509" v="654"/>
          <ac:spMkLst>
            <pc:docMk/>
            <pc:sldMk cId="976416852" sldId="261"/>
            <ac:spMk id="18" creationId="{3F088236-D655-4F88-B238-E16762358025}"/>
          </ac:spMkLst>
        </pc:spChg>
        <pc:spChg chg="del">
          <ac:chgData name="Jakub Rybacki" userId="71160f026d85cc38" providerId="LiveId" clId="{FA63DCD4-FE89-4DA7-95C9-44B608C47DE3}" dt="2022-12-14T19:47:37.509" v="654"/>
          <ac:spMkLst>
            <pc:docMk/>
            <pc:sldMk cId="976416852" sldId="261"/>
            <ac:spMk id="20" creationId="{3DAC0C92-199E-475C-9390-119A9B027276}"/>
          </ac:spMkLst>
        </pc:spChg>
        <pc:spChg chg="del">
          <ac:chgData name="Jakub Rybacki" userId="71160f026d85cc38" providerId="LiveId" clId="{FA63DCD4-FE89-4DA7-95C9-44B608C47DE3}" dt="2022-12-14T19:47:37.509" v="654"/>
          <ac:spMkLst>
            <pc:docMk/>
            <pc:sldMk cId="976416852" sldId="261"/>
            <ac:spMk id="22" creationId="{C4CFB339-0ED8-4FE2-9EF1-6D1375B8499B}"/>
          </ac:spMkLst>
        </pc:spChg>
        <pc:spChg chg="del">
          <ac:chgData name="Jakub Rybacki" userId="71160f026d85cc38" providerId="LiveId" clId="{FA63DCD4-FE89-4DA7-95C9-44B608C47DE3}" dt="2022-12-14T19:47:37.509" v="654"/>
          <ac:spMkLst>
            <pc:docMk/>
            <pc:sldMk cId="976416852" sldId="261"/>
            <ac:spMk id="24" creationId="{31896C80-2069-4431-9C19-83B913734490}"/>
          </ac:spMkLst>
        </pc:spChg>
        <pc:spChg chg="del">
          <ac:chgData name="Jakub Rybacki" userId="71160f026d85cc38" providerId="LiveId" clId="{FA63DCD4-FE89-4DA7-95C9-44B608C47DE3}" dt="2022-12-14T19:47:37.509" v="654"/>
          <ac:spMkLst>
            <pc:docMk/>
            <pc:sldMk cId="976416852" sldId="261"/>
            <ac:spMk id="26" creationId="{BF120A21-0841-4823-B0C4-28AEBCEF9B78}"/>
          </ac:spMkLst>
        </pc:spChg>
        <pc:spChg chg="del">
          <ac:chgData name="Jakub Rybacki" userId="71160f026d85cc38" providerId="LiveId" clId="{FA63DCD4-FE89-4DA7-95C9-44B608C47DE3}" dt="2022-12-14T19:47:37.509" v="654"/>
          <ac:spMkLst>
            <pc:docMk/>
            <pc:sldMk cId="976416852" sldId="261"/>
            <ac:spMk id="28" creationId="{DBB05BAE-BBD3-4289-899F-A6851503C6B0}"/>
          </ac:spMkLst>
        </pc:spChg>
        <pc:spChg chg="del">
          <ac:chgData name="Jakub Rybacki" userId="71160f026d85cc38" providerId="LiveId" clId="{FA63DCD4-FE89-4DA7-95C9-44B608C47DE3}" dt="2022-12-14T19:47:37.509" v="654"/>
          <ac:spMkLst>
            <pc:docMk/>
            <pc:sldMk cId="976416852" sldId="261"/>
            <ac:spMk id="30" creationId="{9874D11C-36F5-4BBE-A490-019A54E953B0}"/>
          </ac:spMkLst>
        </pc:spChg>
        <pc:cxnChg chg="del">
          <ac:chgData name="Jakub Rybacki" userId="71160f026d85cc38" providerId="LiveId" clId="{FA63DCD4-FE89-4DA7-95C9-44B608C47DE3}" dt="2022-12-14T19:47:37.509" v="654"/>
          <ac:cxnSpMkLst>
            <pc:docMk/>
            <pc:sldMk cId="976416852" sldId="261"/>
            <ac:cxnSpMk id="14" creationId="{64FA5DFF-7FE6-4855-84E6-DFA78EE978BD}"/>
          </ac:cxnSpMkLst>
        </pc:cxnChg>
        <pc:cxnChg chg="del">
          <ac:chgData name="Jakub Rybacki" userId="71160f026d85cc38" providerId="LiveId" clId="{FA63DCD4-FE89-4DA7-95C9-44B608C47DE3}" dt="2022-12-14T19:47:37.509" v="654"/>
          <ac:cxnSpMkLst>
            <pc:docMk/>
            <pc:sldMk cId="976416852" sldId="261"/>
            <ac:cxnSpMk id="16" creationId="{2AFD8CBA-54A3-4363-991B-B9C631BBFA74}"/>
          </ac:cxnSpMkLst>
        </pc:cxnChg>
      </pc:sldChg>
      <pc:sldChg chg="addSp delSp modSp add mod setBg">
        <pc:chgData name="Jakub Rybacki" userId="71160f026d85cc38" providerId="LiveId" clId="{FA63DCD4-FE89-4DA7-95C9-44B608C47DE3}" dt="2022-12-14T19:57:48.648" v="1321" actId="26606"/>
        <pc:sldMkLst>
          <pc:docMk/>
          <pc:sldMk cId="2948649371" sldId="262"/>
        </pc:sldMkLst>
        <pc:spChg chg="mod">
          <ac:chgData name="Jakub Rybacki" userId="71160f026d85cc38" providerId="LiveId" clId="{FA63DCD4-FE89-4DA7-95C9-44B608C47DE3}" dt="2022-12-14T19:57:48.648" v="1321" actId="26606"/>
          <ac:spMkLst>
            <pc:docMk/>
            <pc:sldMk cId="2948649371" sldId="262"/>
            <ac:spMk id="2" creationId="{888EF87D-E83F-6D1E-8680-78612FF07F11}"/>
          </ac:spMkLst>
        </pc:spChg>
        <pc:spChg chg="mod">
          <ac:chgData name="Jakub Rybacki" userId="71160f026d85cc38" providerId="LiveId" clId="{FA63DCD4-FE89-4DA7-95C9-44B608C47DE3}" dt="2022-12-14T19:57:48.648" v="1321" actId="26606"/>
          <ac:spMkLst>
            <pc:docMk/>
            <pc:sldMk cId="2948649371" sldId="262"/>
            <ac:spMk id="3" creationId="{73569799-8397-53D4-E002-586BA8337293}"/>
          </ac:spMkLst>
        </pc:spChg>
        <pc:spChg chg="add del">
          <ac:chgData name="Jakub Rybacki" userId="71160f026d85cc38" providerId="LiveId" clId="{FA63DCD4-FE89-4DA7-95C9-44B608C47DE3}" dt="2022-12-14T19:57:47.082" v="1318" actId="26606"/>
          <ac:spMkLst>
            <pc:docMk/>
            <pc:sldMk cId="2948649371" sldId="262"/>
            <ac:spMk id="13" creationId="{3F088236-D655-4F88-B238-E16762358025}"/>
          </ac:spMkLst>
        </pc:spChg>
        <pc:spChg chg="add del">
          <ac:chgData name="Jakub Rybacki" userId="71160f026d85cc38" providerId="LiveId" clId="{FA63DCD4-FE89-4DA7-95C9-44B608C47DE3}" dt="2022-12-14T19:57:47.082" v="1318" actId="26606"/>
          <ac:spMkLst>
            <pc:docMk/>
            <pc:sldMk cId="2948649371" sldId="262"/>
            <ac:spMk id="15" creationId="{3DAC0C92-199E-475C-9390-119A9B027276}"/>
          </ac:spMkLst>
        </pc:spChg>
        <pc:spChg chg="add del">
          <ac:chgData name="Jakub Rybacki" userId="71160f026d85cc38" providerId="LiveId" clId="{FA63DCD4-FE89-4DA7-95C9-44B608C47DE3}" dt="2022-12-14T19:57:47.082" v="1318" actId="26606"/>
          <ac:spMkLst>
            <pc:docMk/>
            <pc:sldMk cId="2948649371" sldId="262"/>
            <ac:spMk id="17" creationId="{C4CFB339-0ED8-4FE2-9EF1-6D1375B8499B}"/>
          </ac:spMkLst>
        </pc:spChg>
        <pc:spChg chg="add del">
          <ac:chgData name="Jakub Rybacki" userId="71160f026d85cc38" providerId="LiveId" clId="{FA63DCD4-FE89-4DA7-95C9-44B608C47DE3}" dt="2022-12-14T19:57:47.082" v="1318" actId="26606"/>
          <ac:spMkLst>
            <pc:docMk/>
            <pc:sldMk cId="2948649371" sldId="262"/>
            <ac:spMk id="19" creationId="{31896C80-2069-4431-9C19-83B913734490}"/>
          </ac:spMkLst>
        </pc:spChg>
        <pc:spChg chg="add del">
          <ac:chgData name="Jakub Rybacki" userId="71160f026d85cc38" providerId="LiveId" clId="{FA63DCD4-FE89-4DA7-95C9-44B608C47DE3}" dt="2022-12-14T19:57:47.082" v="1318" actId="26606"/>
          <ac:spMkLst>
            <pc:docMk/>
            <pc:sldMk cId="2948649371" sldId="262"/>
            <ac:spMk id="21" creationId="{BF120A21-0841-4823-B0C4-28AEBCEF9B78}"/>
          </ac:spMkLst>
        </pc:spChg>
        <pc:spChg chg="add del">
          <ac:chgData name="Jakub Rybacki" userId="71160f026d85cc38" providerId="LiveId" clId="{FA63DCD4-FE89-4DA7-95C9-44B608C47DE3}" dt="2022-12-14T19:57:47.082" v="1318" actId="26606"/>
          <ac:spMkLst>
            <pc:docMk/>
            <pc:sldMk cId="2948649371" sldId="262"/>
            <ac:spMk id="23" creationId="{DBB05BAE-BBD3-4289-899F-A6851503C6B0}"/>
          </ac:spMkLst>
        </pc:spChg>
        <pc:spChg chg="add del">
          <ac:chgData name="Jakub Rybacki" userId="71160f026d85cc38" providerId="LiveId" clId="{FA63DCD4-FE89-4DA7-95C9-44B608C47DE3}" dt="2022-12-14T19:57:47.082" v="1318" actId="26606"/>
          <ac:spMkLst>
            <pc:docMk/>
            <pc:sldMk cId="2948649371" sldId="262"/>
            <ac:spMk id="25" creationId="{9874D11C-36F5-4BBE-A490-019A54E953B0}"/>
          </ac:spMkLst>
        </pc:spChg>
        <pc:spChg chg="add del">
          <ac:chgData name="Jakub Rybacki" userId="71160f026d85cc38" providerId="LiveId" clId="{FA63DCD4-FE89-4DA7-95C9-44B608C47DE3}" dt="2022-12-14T19:57:48.635" v="1320" actId="26606"/>
          <ac:spMkLst>
            <pc:docMk/>
            <pc:sldMk cId="2948649371" sldId="262"/>
            <ac:spMk id="30" creationId="{3F088236-D655-4F88-B238-E16762358025}"/>
          </ac:spMkLst>
        </pc:spChg>
        <pc:spChg chg="add del">
          <ac:chgData name="Jakub Rybacki" userId="71160f026d85cc38" providerId="LiveId" clId="{FA63DCD4-FE89-4DA7-95C9-44B608C47DE3}" dt="2022-12-14T19:57:48.635" v="1320" actId="26606"/>
          <ac:spMkLst>
            <pc:docMk/>
            <pc:sldMk cId="2948649371" sldId="262"/>
            <ac:spMk id="31" creationId="{3DAC0C92-199E-475C-9390-119A9B027276}"/>
          </ac:spMkLst>
        </pc:spChg>
        <pc:spChg chg="add del">
          <ac:chgData name="Jakub Rybacki" userId="71160f026d85cc38" providerId="LiveId" clId="{FA63DCD4-FE89-4DA7-95C9-44B608C47DE3}" dt="2022-12-14T19:57:48.635" v="1320" actId="26606"/>
          <ac:spMkLst>
            <pc:docMk/>
            <pc:sldMk cId="2948649371" sldId="262"/>
            <ac:spMk id="32" creationId="{C4CFB339-0ED8-4FE2-9EF1-6D1375B8499B}"/>
          </ac:spMkLst>
        </pc:spChg>
        <pc:spChg chg="add del">
          <ac:chgData name="Jakub Rybacki" userId="71160f026d85cc38" providerId="LiveId" clId="{FA63DCD4-FE89-4DA7-95C9-44B608C47DE3}" dt="2022-12-14T19:57:48.635" v="1320" actId="26606"/>
          <ac:spMkLst>
            <pc:docMk/>
            <pc:sldMk cId="2948649371" sldId="262"/>
            <ac:spMk id="33" creationId="{31896C80-2069-4431-9C19-83B913734490}"/>
          </ac:spMkLst>
        </pc:spChg>
        <pc:spChg chg="add del">
          <ac:chgData name="Jakub Rybacki" userId="71160f026d85cc38" providerId="LiveId" clId="{FA63DCD4-FE89-4DA7-95C9-44B608C47DE3}" dt="2022-12-14T19:57:48.635" v="1320" actId="26606"/>
          <ac:spMkLst>
            <pc:docMk/>
            <pc:sldMk cId="2948649371" sldId="262"/>
            <ac:spMk id="34" creationId="{BF120A21-0841-4823-B0C4-28AEBCEF9B78}"/>
          </ac:spMkLst>
        </pc:spChg>
        <pc:spChg chg="add del">
          <ac:chgData name="Jakub Rybacki" userId="71160f026d85cc38" providerId="LiveId" clId="{FA63DCD4-FE89-4DA7-95C9-44B608C47DE3}" dt="2022-12-14T19:57:48.635" v="1320" actId="26606"/>
          <ac:spMkLst>
            <pc:docMk/>
            <pc:sldMk cId="2948649371" sldId="262"/>
            <ac:spMk id="35" creationId="{DBB05BAE-BBD3-4289-899F-A6851503C6B0}"/>
          </ac:spMkLst>
        </pc:spChg>
        <pc:spChg chg="add del">
          <ac:chgData name="Jakub Rybacki" userId="71160f026d85cc38" providerId="LiveId" clId="{FA63DCD4-FE89-4DA7-95C9-44B608C47DE3}" dt="2022-12-14T19:57:48.635" v="1320" actId="26606"/>
          <ac:spMkLst>
            <pc:docMk/>
            <pc:sldMk cId="2948649371" sldId="262"/>
            <ac:spMk id="36" creationId="{9874D11C-36F5-4BBE-A490-019A54E953B0}"/>
          </ac:spMkLst>
        </pc:spChg>
        <pc:spChg chg="add">
          <ac:chgData name="Jakub Rybacki" userId="71160f026d85cc38" providerId="LiveId" clId="{FA63DCD4-FE89-4DA7-95C9-44B608C47DE3}" dt="2022-12-14T19:57:48.648" v="1321" actId="26606"/>
          <ac:spMkLst>
            <pc:docMk/>
            <pc:sldMk cId="2948649371" sldId="262"/>
            <ac:spMk id="39" creationId="{3BCB5F6A-9EB0-40B0-9D13-3023E9A20508}"/>
          </ac:spMkLst>
        </pc:spChg>
        <pc:picChg chg="add del">
          <ac:chgData name="Jakub Rybacki" userId="71160f026d85cc38" providerId="LiveId" clId="{FA63DCD4-FE89-4DA7-95C9-44B608C47DE3}" dt="2022-12-14T19:57:47.082" v="1318" actId="26606"/>
          <ac:picMkLst>
            <pc:docMk/>
            <pc:sldMk cId="2948649371" sldId="262"/>
            <ac:picMk id="5" creationId="{622FCC02-C3BE-A8E5-5CF4-13D3FF9A5571}"/>
          </ac:picMkLst>
        </pc:picChg>
        <pc:picChg chg="add del">
          <ac:chgData name="Jakub Rybacki" userId="71160f026d85cc38" providerId="LiveId" clId="{FA63DCD4-FE89-4DA7-95C9-44B608C47DE3}" dt="2022-12-14T19:57:48.635" v="1320" actId="26606"/>
          <ac:picMkLst>
            <pc:docMk/>
            <pc:sldMk cId="2948649371" sldId="262"/>
            <ac:picMk id="27" creationId="{17FEC3EC-F095-7BA6-C0CF-A34E2FB6C271}"/>
          </ac:picMkLst>
        </pc:picChg>
        <pc:picChg chg="add">
          <ac:chgData name="Jakub Rybacki" userId="71160f026d85cc38" providerId="LiveId" clId="{FA63DCD4-FE89-4DA7-95C9-44B608C47DE3}" dt="2022-12-14T19:57:48.648" v="1321" actId="26606"/>
          <ac:picMkLst>
            <pc:docMk/>
            <pc:sldMk cId="2948649371" sldId="262"/>
            <ac:picMk id="38" creationId="{0546D5C3-B05B-181C-E5C2-28E82460B08A}"/>
          </ac:picMkLst>
        </pc:picChg>
        <pc:cxnChg chg="add del">
          <ac:chgData name="Jakub Rybacki" userId="71160f026d85cc38" providerId="LiveId" clId="{FA63DCD4-FE89-4DA7-95C9-44B608C47DE3}" dt="2022-12-14T19:57:47.082" v="1318" actId="26606"/>
          <ac:cxnSpMkLst>
            <pc:docMk/>
            <pc:sldMk cId="2948649371" sldId="262"/>
            <ac:cxnSpMk id="9" creationId="{64FA5DFF-7FE6-4855-84E6-DFA78EE978BD}"/>
          </ac:cxnSpMkLst>
        </pc:cxnChg>
        <pc:cxnChg chg="add del">
          <ac:chgData name="Jakub Rybacki" userId="71160f026d85cc38" providerId="LiveId" clId="{FA63DCD4-FE89-4DA7-95C9-44B608C47DE3}" dt="2022-12-14T19:57:47.082" v="1318" actId="26606"/>
          <ac:cxnSpMkLst>
            <pc:docMk/>
            <pc:sldMk cId="2948649371" sldId="262"/>
            <ac:cxnSpMk id="11" creationId="{2AFD8CBA-54A3-4363-991B-B9C631BBFA74}"/>
          </ac:cxnSpMkLst>
        </pc:cxnChg>
        <pc:cxnChg chg="add del">
          <ac:chgData name="Jakub Rybacki" userId="71160f026d85cc38" providerId="LiveId" clId="{FA63DCD4-FE89-4DA7-95C9-44B608C47DE3}" dt="2022-12-14T19:57:48.635" v="1320" actId="26606"/>
          <ac:cxnSpMkLst>
            <pc:docMk/>
            <pc:sldMk cId="2948649371" sldId="262"/>
            <ac:cxnSpMk id="28" creationId="{64FA5DFF-7FE6-4855-84E6-DFA78EE978BD}"/>
          </ac:cxnSpMkLst>
        </pc:cxnChg>
        <pc:cxnChg chg="add del">
          <ac:chgData name="Jakub Rybacki" userId="71160f026d85cc38" providerId="LiveId" clId="{FA63DCD4-FE89-4DA7-95C9-44B608C47DE3}" dt="2022-12-14T19:57:48.635" v="1320" actId="26606"/>
          <ac:cxnSpMkLst>
            <pc:docMk/>
            <pc:sldMk cId="2948649371" sldId="262"/>
            <ac:cxnSpMk id="29" creationId="{2AFD8CBA-54A3-4363-991B-B9C631BBFA74}"/>
          </ac:cxnSpMkLst>
        </pc:cxnChg>
      </pc:sldChg>
      <pc:sldChg chg="addSp delSp modSp new mod ord setBg setClrOvrMap">
        <pc:chgData name="Jakub Rybacki" userId="71160f026d85cc38" providerId="LiveId" clId="{FA63DCD4-FE89-4DA7-95C9-44B608C47DE3}" dt="2022-12-14T20:40:49.217" v="2200" actId="27636"/>
        <pc:sldMkLst>
          <pc:docMk/>
          <pc:sldMk cId="2360142390" sldId="263"/>
        </pc:sldMkLst>
        <pc:spChg chg="mod">
          <ac:chgData name="Jakub Rybacki" userId="71160f026d85cc38" providerId="LiveId" clId="{FA63DCD4-FE89-4DA7-95C9-44B608C47DE3}" dt="2022-12-14T20:40:49.180" v="2199" actId="26606"/>
          <ac:spMkLst>
            <pc:docMk/>
            <pc:sldMk cId="2360142390" sldId="263"/>
            <ac:spMk id="2" creationId="{B67F2A3F-D8C7-B0A8-E9E2-DDD2F3867F76}"/>
          </ac:spMkLst>
        </pc:spChg>
        <pc:spChg chg="mod">
          <ac:chgData name="Jakub Rybacki" userId="71160f026d85cc38" providerId="LiveId" clId="{FA63DCD4-FE89-4DA7-95C9-44B608C47DE3}" dt="2022-12-14T20:40:49.217" v="2200" actId="27636"/>
          <ac:spMkLst>
            <pc:docMk/>
            <pc:sldMk cId="2360142390" sldId="263"/>
            <ac:spMk id="3" creationId="{5D2E2DFD-4F07-5B6C-8E22-FA8438EED757}"/>
          </ac:spMkLst>
        </pc:spChg>
        <pc:spChg chg="add del">
          <ac:chgData name="Jakub Rybacki" userId="71160f026d85cc38" providerId="LiveId" clId="{FA63DCD4-FE89-4DA7-95C9-44B608C47DE3}" dt="2022-12-14T20:40:43.293" v="2192" actId="26606"/>
          <ac:spMkLst>
            <pc:docMk/>
            <pc:sldMk cId="2360142390" sldId="263"/>
            <ac:spMk id="13" creationId="{3F088236-D655-4F88-B238-E16762358025}"/>
          </ac:spMkLst>
        </pc:spChg>
        <pc:spChg chg="add del">
          <ac:chgData name="Jakub Rybacki" userId="71160f026d85cc38" providerId="LiveId" clId="{FA63DCD4-FE89-4DA7-95C9-44B608C47DE3}" dt="2022-12-14T20:40:43.293" v="2192" actId="26606"/>
          <ac:spMkLst>
            <pc:docMk/>
            <pc:sldMk cId="2360142390" sldId="263"/>
            <ac:spMk id="15" creationId="{3DAC0C92-199E-475C-9390-119A9B027276}"/>
          </ac:spMkLst>
        </pc:spChg>
        <pc:spChg chg="add del">
          <ac:chgData name="Jakub Rybacki" userId="71160f026d85cc38" providerId="LiveId" clId="{FA63DCD4-FE89-4DA7-95C9-44B608C47DE3}" dt="2022-12-14T20:40:43.293" v="2192" actId="26606"/>
          <ac:spMkLst>
            <pc:docMk/>
            <pc:sldMk cId="2360142390" sldId="263"/>
            <ac:spMk id="17" creationId="{C4CFB339-0ED8-4FE2-9EF1-6D1375B8499B}"/>
          </ac:spMkLst>
        </pc:spChg>
        <pc:spChg chg="add del">
          <ac:chgData name="Jakub Rybacki" userId="71160f026d85cc38" providerId="LiveId" clId="{FA63DCD4-FE89-4DA7-95C9-44B608C47DE3}" dt="2022-12-14T20:40:43.293" v="2192" actId="26606"/>
          <ac:spMkLst>
            <pc:docMk/>
            <pc:sldMk cId="2360142390" sldId="263"/>
            <ac:spMk id="19" creationId="{31896C80-2069-4431-9C19-83B913734490}"/>
          </ac:spMkLst>
        </pc:spChg>
        <pc:spChg chg="add del">
          <ac:chgData name="Jakub Rybacki" userId="71160f026d85cc38" providerId="LiveId" clId="{FA63DCD4-FE89-4DA7-95C9-44B608C47DE3}" dt="2022-12-14T20:40:43.293" v="2192" actId="26606"/>
          <ac:spMkLst>
            <pc:docMk/>
            <pc:sldMk cId="2360142390" sldId="263"/>
            <ac:spMk id="21" creationId="{BF120A21-0841-4823-B0C4-28AEBCEF9B78}"/>
          </ac:spMkLst>
        </pc:spChg>
        <pc:spChg chg="add del">
          <ac:chgData name="Jakub Rybacki" userId="71160f026d85cc38" providerId="LiveId" clId="{FA63DCD4-FE89-4DA7-95C9-44B608C47DE3}" dt="2022-12-14T20:40:43.293" v="2192" actId="26606"/>
          <ac:spMkLst>
            <pc:docMk/>
            <pc:sldMk cId="2360142390" sldId="263"/>
            <ac:spMk id="23" creationId="{DBB05BAE-BBD3-4289-899F-A6851503C6B0}"/>
          </ac:spMkLst>
        </pc:spChg>
        <pc:spChg chg="add del">
          <ac:chgData name="Jakub Rybacki" userId="71160f026d85cc38" providerId="LiveId" clId="{FA63DCD4-FE89-4DA7-95C9-44B608C47DE3}" dt="2022-12-14T20:40:43.293" v="2192" actId="26606"/>
          <ac:spMkLst>
            <pc:docMk/>
            <pc:sldMk cId="2360142390" sldId="263"/>
            <ac:spMk id="25" creationId="{9874D11C-36F5-4BBE-A490-019A54E953B0}"/>
          </ac:spMkLst>
        </pc:spChg>
        <pc:spChg chg="add del">
          <ac:chgData name="Jakub Rybacki" userId="71160f026d85cc38" providerId="LiveId" clId="{FA63DCD4-FE89-4DA7-95C9-44B608C47DE3}" dt="2022-12-14T20:40:44.757" v="2195" actId="26606"/>
          <ac:spMkLst>
            <pc:docMk/>
            <pc:sldMk cId="2360142390" sldId="263"/>
            <ac:spMk id="30" creationId="{3F088236-D655-4F88-B238-E16762358025}"/>
          </ac:spMkLst>
        </pc:spChg>
        <pc:spChg chg="add del">
          <ac:chgData name="Jakub Rybacki" userId="71160f026d85cc38" providerId="LiveId" clId="{FA63DCD4-FE89-4DA7-95C9-44B608C47DE3}" dt="2022-12-14T20:40:44.757" v="2195" actId="26606"/>
          <ac:spMkLst>
            <pc:docMk/>
            <pc:sldMk cId="2360142390" sldId="263"/>
            <ac:spMk id="31" creationId="{3DAC0C92-199E-475C-9390-119A9B027276}"/>
          </ac:spMkLst>
        </pc:spChg>
        <pc:spChg chg="add del">
          <ac:chgData name="Jakub Rybacki" userId="71160f026d85cc38" providerId="LiveId" clId="{FA63DCD4-FE89-4DA7-95C9-44B608C47DE3}" dt="2022-12-14T20:40:44.757" v="2195" actId="26606"/>
          <ac:spMkLst>
            <pc:docMk/>
            <pc:sldMk cId="2360142390" sldId="263"/>
            <ac:spMk id="32" creationId="{C4CFB339-0ED8-4FE2-9EF1-6D1375B8499B}"/>
          </ac:spMkLst>
        </pc:spChg>
        <pc:spChg chg="add del">
          <ac:chgData name="Jakub Rybacki" userId="71160f026d85cc38" providerId="LiveId" clId="{FA63DCD4-FE89-4DA7-95C9-44B608C47DE3}" dt="2022-12-14T20:40:44.757" v="2195" actId="26606"/>
          <ac:spMkLst>
            <pc:docMk/>
            <pc:sldMk cId="2360142390" sldId="263"/>
            <ac:spMk id="33" creationId="{31896C80-2069-4431-9C19-83B913734490}"/>
          </ac:spMkLst>
        </pc:spChg>
        <pc:spChg chg="add del">
          <ac:chgData name="Jakub Rybacki" userId="71160f026d85cc38" providerId="LiveId" clId="{FA63DCD4-FE89-4DA7-95C9-44B608C47DE3}" dt="2022-12-14T20:40:44.757" v="2195" actId="26606"/>
          <ac:spMkLst>
            <pc:docMk/>
            <pc:sldMk cId="2360142390" sldId="263"/>
            <ac:spMk id="34" creationId="{BF120A21-0841-4823-B0C4-28AEBCEF9B78}"/>
          </ac:spMkLst>
        </pc:spChg>
        <pc:spChg chg="add del">
          <ac:chgData name="Jakub Rybacki" userId="71160f026d85cc38" providerId="LiveId" clId="{FA63DCD4-FE89-4DA7-95C9-44B608C47DE3}" dt="2022-12-14T20:40:44.757" v="2195" actId="26606"/>
          <ac:spMkLst>
            <pc:docMk/>
            <pc:sldMk cId="2360142390" sldId="263"/>
            <ac:spMk id="35" creationId="{DBB05BAE-BBD3-4289-899F-A6851503C6B0}"/>
          </ac:spMkLst>
        </pc:spChg>
        <pc:spChg chg="add del">
          <ac:chgData name="Jakub Rybacki" userId="71160f026d85cc38" providerId="LiveId" clId="{FA63DCD4-FE89-4DA7-95C9-44B608C47DE3}" dt="2022-12-14T20:40:44.757" v="2195" actId="26606"/>
          <ac:spMkLst>
            <pc:docMk/>
            <pc:sldMk cId="2360142390" sldId="263"/>
            <ac:spMk id="36" creationId="{9874D11C-36F5-4BBE-A490-019A54E953B0}"/>
          </ac:spMkLst>
        </pc:spChg>
        <pc:spChg chg="add del">
          <ac:chgData name="Jakub Rybacki" userId="71160f026d85cc38" providerId="LiveId" clId="{FA63DCD4-FE89-4DA7-95C9-44B608C47DE3}" dt="2022-12-14T20:40:49.144" v="2198" actId="26606"/>
          <ac:spMkLst>
            <pc:docMk/>
            <pc:sldMk cId="2360142390" sldId="263"/>
            <ac:spMk id="39" creationId="{3BCB5F6A-9EB0-40B0-9D13-3023E9A20508}"/>
          </ac:spMkLst>
        </pc:spChg>
        <pc:spChg chg="add">
          <ac:chgData name="Jakub Rybacki" userId="71160f026d85cc38" providerId="LiveId" clId="{FA63DCD4-FE89-4DA7-95C9-44B608C47DE3}" dt="2022-12-14T20:40:49.180" v="2199" actId="26606"/>
          <ac:spMkLst>
            <pc:docMk/>
            <pc:sldMk cId="2360142390" sldId="263"/>
            <ac:spMk id="42" creationId="{3BCB5F6A-9EB0-40B0-9D13-3023E9A20508}"/>
          </ac:spMkLst>
        </pc:spChg>
        <pc:picChg chg="add del">
          <ac:chgData name="Jakub Rybacki" userId="71160f026d85cc38" providerId="LiveId" clId="{FA63DCD4-FE89-4DA7-95C9-44B608C47DE3}" dt="2022-12-14T20:40:43.293" v="2192" actId="26606"/>
          <ac:picMkLst>
            <pc:docMk/>
            <pc:sldMk cId="2360142390" sldId="263"/>
            <ac:picMk id="5" creationId="{07C2447F-EB7B-D22A-E518-DA4EA6950205}"/>
          </ac:picMkLst>
        </pc:picChg>
        <pc:picChg chg="add del">
          <ac:chgData name="Jakub Rybacki" userId="71160f026d85cc38" providerId="LiveId" clId="{FA63DCD4-FE89-4DA7-95C9-44B608C47DE3}" dt="2022-12-14T20:40:44.757" v="2195" actId="26606"/>
          <ac:picMkLst>
            <pc:docMk/>
            <pc:sldMk cId="2360142390" sldId="263"/>
            <ac:picMk id="27" creationId="{B70CCB93-2E31-8E44-123F-540EE18B0000}"/>
          </ac:picMkLst>
        </pc:picChg>
        <pc:picChg chg="add del">
          <ac:chgData name="Jakub Rybacki" userId="71160f026d85cc38" providerId="LiveId" clId="{FA63DCD4-FE89-4DA7-95C9-44B608C47DE3}" dt="2022-12-14T20:40:49.144" v="2198" actId="26606"/>
          <ac:picMkLst>
            <pc:docMk/>
            <pc:sldMk cId="2360142390" sldId="263"/>
            <ac:picMk id="38" creationId="{3030D6AA-4E8E-3D3D-FFA5-206DBD0B89FE}"/>
          </ac:picMkLst>
        </pc:picChg>
        <pc:picChg chg="add">
          <ac:chgData name="Jakub Rybacki" userId="71160f026d85cc38" providerId="LiveId" clId="{FA63DCD4-FE89-4DA7-95C9-44B608C47DE3}" dt="2022-12-14T20:40:49.180" v="2199" actId="26606"/>
          <ac:picMkLst>
            <pc:docMk/>
            <pc:sldMk cId="2360142390" sldId="263"/>
            <ac:picMk id="41" creationId="{BE773E1A-58FE-51E9-C825-057362F513E8}"/>
          </ac:picMkLst>
        </pc:picChg>
        <pc:cxnChg chg="add del">
          <ac:chgData name="Jakub Rybacki" userId="71160f026d85cc38" providerId="LiveId" clId="{FA63DCD4-FE89-4DA7-95C9-44B608C47DE3}" dt="2022-12-14T20:40:43.293" v="2192" actId="26606"/>
          <ac:cxnSpMkLst>
            <pc:docMk/>
            <pc:sldMk cId="2360142390" sldId="263"/>
            <ac:cxnSpMk id="9" creationId="{64FA5DFF-7FE6-4855-84E6-DFA78EE978BD}"/>
          </ac:cxnSpMkLst>
        </pc:cxnChg>
        <pc:cxnChg chg="add del">
          <ac:chgData name="Jakub Rybacki" userId="71160f026d85cc38" providerId="LiveId" clId="{FA63DCD4-FE89-4DA7-95C9-44B608C47DE3}" dt="2022-12-14T20:40:43.293" v="2192" actId="26606"/>
          <ac:cxnSpMkLst>
            <pc:docMk/>
            <pc:sldMk cId="2360142390" sldId="263"/>
            <ac:cxnSpMk id="11" creationId="{2AFD8CBA-54A3-4363-991B-B9C631BBFA74}"/>
          </ac:cxnSpMkLst>
        </pc:cxnChg>
        <pc:cxnChg chg="add del">
          <ac:chgData name="Jakub Rybacki" userId="71160f026d85cc38" providerId="LiveId" clId="{FA63DCD4-FE89-4DA7-95C9-44B608C47DE3}" dt="2022-12-14T20:40:44.757" v="2195" actId="26606"/>
          <ac:cxnSpMkLst>
            <pc:docMk/>
            <pc:sldMk cId="2360142390" sldId="263"/>
            <ac:cxnSpMk id="28" creationId="{64FA5DFF-7FE6-4855-84E6-DFA78EE978BD}"/>
          </ac:cxnSpMkLst>
        </pc:cxnChg>
        <pc:cxnChg chg="add del">
          <ac:chgData name="Jakub Rybacki" userId="71160f026d85cc38" providerId="LiveId" clId="{FA63DCD4-FE89-4DA7-95C9-44B608C47DE3}" dt="2022-12-14T20:40:44.757" v="2195" actId="26606"/>
          <ac:cxnSpMkLst>
            <pc:docMk/>
            <pc:sldMk cId="2360142390" sldId="263"/>
            <ac:cxnSpMk id="29" creationId="{2AFD8CBA-54A3-4363-991B-B9C631BBFA74}"/>
          </ac:cxnSpMkLst>
        </pc:cxnChg>
      </pc:sldChg>
      <pc:sldChg chg="addSp delSp add del setBg delDesignElem">
        <pc:chgData name="Jakub Rybacki" userId="71160f026d85cc38" providerId="LiveId" clId="{FA63DCD4-FE89-4DA7-95C9-44B608C47DE3}" dt="2022-12-14T20:20:05.845" v="1996"/>
        <pc:sldMkLst>
          <pc:docMk/>
          <pc:sldMk cId="293275392" sldId="264"/>
        </pc:sldMkLst>
        <pc:spChg chg="add del">
          <ac:chgData name="Jakub Rybacki" userId="71160f026d85cc38" providerId="LiveId" clId="{FA63DCD4-FE89-4DA7-95C9-44B608C47DE3}" dt="2022-12-14T20:20:05.845" v="1996"/>
          <ac:spMkLst>
            <pc:docMk/>
            <pc:sldMk cId="293275392" sldId="264"/>
            <ac:spMk id="41" creationId="{3F088236-D655-4F88-B238-E16762358025}"/>
          </ac:spMkLst>
        </pc:spChg>
        <pc:spChg chg="add del">
          <ac:chgData name="Jakub Rybacki" userId="71160f026d85cc38" providerId="LiveId" clId="{FA63DCD4-FE89-4DA7-95C9-44B608C47DE3}" dt="2022-12-14T20:20:05.845" v="1996"/>
          <ac:spMkLst>
            <pc:docMk/>
            <pc:sldMk cId="293275392" sldId="264"/>
            <ac:spMk id="42" creationId="{3DAC0C92-199E-475C-9390-119A9B027276}"/>
          </ac:spMkLst>
        </pc:spChg>
        <pc:spChg chg="add del">
          <ac:chgData name="Jakub Rybacki" userId="71160f026d85cc38" providerId="LiveId" clId="{FA63DCD4-FE89-4DA7-95C9-44B608C47DE3}" dt="2022-12-14T20:20:05.845" v="1996"/>
          <ac:spMkLst>
            <pc:docMk/>
            <pc:sldMk cId="293275392" sldId="264"/>
            <ac:spMk id="43" creationId="{C4CFB339-0ED8-4FE2-9EF1-6D1375B8499B}"/>
          </ac:spMkLst>
        </pc:spChg>
        <pc:spChg chg="add del">
          <ac:chgData name="Jakub Rybacki" userId="71160f026d85cc38" providerId="LiveId" clId="{FA63DCD4-FE89-4DA7-95C9-44B608C47DE3}" dt="2022-12-14T20:20:05.845" v="1996"/>
          <ac:spMkLst>
            <pc:docMk/>
            <pc:sldMk cId="293275392" sldId="264"/>
            <ac:spMk id="44" creationId="{31896C80-2069-4431-9C19-83B913734490}"/>
          </ac:spMkLst>
        </pc:spChg>
        <pc:spChg chg="add del">
          <ac:chgData name="Jakub Rybacki" userId="71160f026d85cc38" providerId="LiveId" clId="{FA63DCD4-FE89-4DA7-95C9-44B608C47DE3}" dt="2022-12-14T20:20:05.845" v="1996"/>
          <ac:spMkLst>
            <pc:docMk/>
            <pc:sldMk cId="293275392" sldId="264"/>
            <ac:spMk id="45" creationId="{BF120A21-0841-4823-B0C4-28AEBCEF9B78}"/>
          </ac:spMkLst>
        </pc:spChg>
        <pc:spChg chg="add del">
          <ac:chgData name="Jakub Rybacki" userId="71160f026d85cc38" providerId="LiveId" clId="{FA63DCD4-FE89-4DA7-95C9-44B608C47DE3}" dt="2022-12-14T20:20:05.845" v="1996"/>
          <ac:spMkLst>
            <pc:docMk/>
            <pc:sldMk cId="293275392" sldId="264"/>
            <ac:spMk id="46" creationId="{DBB05BAE-BBD3-4289-899F-A6851503C6B0}"/>
          </ac:spMkLst>
        </pc:spChg>
        <pc:spChg chg="add del">
          <ac:chgData name="Jakub Rybacki" userId="71160f026d85cc38" providerId="LiveId" clId="{FA63DCD4-FE89-4DA7-95C9-44B608C47DE3}" dt="2022-12-14T20:20:05.845" v="1996"/>
          <ac:spMkLst>
            <pc:docMk/>
            <pc:sldMk cId="293275392" sldId="264"/>
            <ac:spMk id="47" creationId="{9874D11C-36F5-4BBE-A490-019A54E953B0}"/>
          </ac:spMkLst>
        </pc:spChg>
        <pc:cxnChg chg="add del">
          <ac:chgData name="Jakub Rybacki" userId="71160f026d85cc38" providerId="LiveId" clId="{FA63DCD4-FE89-4DA7-95C9-44B608C47DE3}" dt="2022-12-14T20:20:05.845" v="1996"/>
          <ac:cxnSpMkLst>
            <pc:docMk/>
            <pc:sldMk cId="293275392" sldId="264"/>
            <ac:cxnSpMk id="39" creationId="{64FA5DFF-7FE6-4855-84E6-DFA78EE978BD}"/>
          </ac:cxnSpMkLst>
        </pc:cxnChg>
        <pc:cxnChg chg="add del">
          <ac:chgData name="Jakub Rybacki" userId="71160f026d85cc38" providerId="LiveId" clId="{FA63DCD4-FE89-4DA7-95C9-44B608C47DE3}" dt="2022-12-14T20:20:05.845" v="1996"/>
          <ac:cxnSpMkLst>
            <pc:docMk/>
            <pc:sldMk cId="293275392" sldId="264"/>
            <ac:cxnSpMk id="40" creationId="{2AFD8CBA-54A3-4363-991B-B9C631BBFA74}"/>
          </ac:cxnSpMkLst>
        </pc:cxnChg>
      </pc:sldChg>
      <pc:sldChg chg="addSp modSp new mod setBg">
        <pc:chgData name="Jakub Rybacki" userId="71160f026d85cc38" providerId="LiveId" clId="{FA63DCD4-FE89-4DA7-95C9-44B608C47DE3}" dt="2022-12-14T20:25:31.918" v="2173" actId="20577"/>
        <pc:sldMkLst>
          <pc:docMk/>
          <pc:sldMk cId="1378056613" sldId="264"/>
        </pc:sldMkLst>
        <pc:spChg chg="mo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2" creationId="{C772B0E7-57D1-6DD4-2546-1FD5E23BFAAC}"/>
          </ac:spMkLst>
        </pc:spChg>
        <pc:spChg chg="mod">
          <ac:chgData name="Jakub Rybacki" userId="71160f026d85cc38" providerId="LiveId" clId="{FA63DCD4-FE89-4DA7-95C9-44B608C47DE3}" dt="2022-12-14T20:25:31.918" v="2173" actId="20577"/>
          <ac:spMkLst>
            <pc:docMk/>
            <pc:sldMk cId="1378056613" sldId="264"/>
            <ac:spMk id="3" creationId="{76AC6F20-0DE3-7AF7-C4EA-E1F8DA3AE609}"/>
          </ac:spMkLst>
        </pc:spChg>
        <pc:spChg chg="ad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13" creationId="{3F088236-D655-4F88-B238-E16762358025}"/>
          </ac:spMkLst>
        </pc:spChg>
        <pc:spChg chg="ad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15" creationId="{3DAC0C92-199E-475C-9390-119A9B027276}"/>
          </ac:spMkLst>
        </pc:spChg>
        <pc:spChg chg="ad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17" creationId="{C4CFB339-0ED8-4FE2-9EF1-6D1375B8499B}"/>
          </ac:spMkLst>
        </pc:spChg>
        <pc:spChg chg="ad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19" creationId="{31896C80-2069-4431-9C19-83B913734490}"/>
          </ac:spMkLst>
        </pc:spChg>
        <pc:spChg chg="ad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21" creationId="{BF120A21-0841-4823-B0C4-28AEBCEF9B78}"/>
          </ac:spMkLst>
        </pc:spChg>
        <pc:spChg chg="ad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23" creationId="{DBB05BAE-BBD3-4289-899F-A6851503C6B0}"/>
          </ac:spMkLst>
        </pc:spChg>
        <pc:spChg chg="add">
          <ac:chgData name="Jakub Rybacki" userId="71160f026d85cc38" providerId="LiveId" clId="{FA63DCD4-FE89-4DA7-95C9-44B608C47DE3}" dt="2022-12-14T20:25:24.644" v="2151" actId="26606"/>
          <ac:spMkLst>
            <pc:docMk/>
            <pc:sldMk cId="1378056613" sldId="264"/>
            <ac:spMk id="25" creationId="{9874D11C-36F5-4BBE-A490-019A54E953B0}"/>
          </ac:spMkLst>
        </pc:spChg>
        <pc:picChg chg="add">
          <ac:chgData name="Jakub Rybacki" userId="71160f026d85cc38" providerId="LiveId" clId="{FA63DCD4-FE89-4DA7-95C9-44B608C47DE3}" dt="2022-12-14T20:25:24.644" v="2151" actId="26606"/>
          <ac:picMkLst>
            <pc:docMk/>
            <pc:sldMk cId="1378056613" sldId="264"/>
            <ac:picMk id="5" creationId="{3D83EFF0-17EB-FBEA-814C-CE09B0A98ED8}"/>
          </ac:picMkLst>
        </pc:picChg>
        <pc:cxnChg chg="add">
          <ac:chgData name="Jakub Rybacki" userId="71160f026d85cc38" providerId="LiveId" clId="{FA63DCD4-FE89-4DA7-95C9-44B608C47DE3}" dt="2022-12-14T20:25:24.644" v="2151" actId="26606"/>
          <ac:cxnSpMkLst>
            <pc:docMk/>
            <pc:sldMk cId="1378056613" sldId="264"/>
            <ac:cxnSpMk id="9" creationId="{64FA5DFF-7FE6-4855-84E6-DFA78EE978BD}"/>
          </ac:cxnSpMkLst>
        </pc:cxnChg>
        <pc:cxnChg chg="add">
          <ac:chgData name="Jakub Rybacki" userId="71160f026d85cc38" providerId="LiveId" clId="{FA63DCD4-FE89-4DA7-95C9-44B608C47DE3}" dt="2022-12-14T20:25:24.644" v="2151" actId="26606"/>
          <ac:cxnSpMkLst>
            <pc:docMk/>
            <pc:sldMk cId="1378056613" sldId="264"/>
            <ac:cxnSpMk id="11" creationId="{2AFD8CBA-54A3-4363-991B-B9C631BBFA74}"/>
          </ac:cxnSpMkLst>
        </pc:cxnChg>
      </pc:sldChg>
      <pc:sldChg chg="addSp modSp new mod setBg">
        <pc:chgData name="Jakub Rybacki" userId="71160f026d85cc38" providerId="LiveId" clId="{FA63DCD4-FE89-4DA7-95C9-44B608C47DE3}" dt="2022-12-14T20:44:06.396" v="2514" actId="20577"/>
        <pc:sldMkLst>
          <pc:docMk/>
          <pc:sldMk cId="3763680168" sldId="265"/>
        </pc:sldMkLst>
        <pc:spChg chg="mod">
          <ac:chgData name="Jakub Rybacki" userId="71160f026d85cc38" providerId="LiveId" clId="{FA63DCD4-FE89-4DA7-95C9-44B608C47DE3}" dt="2022-12-14T20:44:02.104" v="2503" actId="26606"/>
          <ac:spMkLst>
            <pc:docMk/>
            <pc:sldMk cId="3763680168" sldId="265"/>
            <ac:spMk id="2" creationId="{7AA7CE2D-B5A5-8F48-A7A2-F90A52277ED5}"/>
          </ac:spMkLst>
        </pc:spChg>
        <pc:spChg chg="mod">
          <ac:chgData name="Jakub Rybacki" userId="71160f026d85cc38" providerId="LiveId" clId="{FA63DCD4-FE89-4DA7-95C9-44B608C47DE3}" dt="2022-12-14T20:44:06.396" v="2514" actId="20577"/>
          <ac:spMkLst>
            <pc:docMk/>
            <pc:sldMk cId="3763680168" sldId="265"/>
            <ac:spMk id="3" creationId="{753A48AB-3936-549E-955F-D893BCDFDEA6}"/>
          </ac:spMkLst>
        </pc:spChg>
        <pc:cxnChg chg="add">
          <ac:chgData name="Jakub Rybacki" userId="71160f026d85cc38" providerId="LiveId" clId="{FA63DCD4-FE89-4DA7-95C9-44B608C47DE3}" dt="2022-12-14T20:44:02.104" v="2503" actId="26606"/>
          <ac:cxnSpMkLst>
            <pc:docMk/>
            <pc:sldMk cId="3763680168" sldId="265"/>
            <ac:cxnSpMk id="8" creationId="{0B5F7E3B-C5F1-40E0-A491-558BAFBC1127}"/>
          </ac:cxnSpMkLst>
        </pc:cxnChg>
      </pc:sldChg>
      <pc:sldChg chg="new">
        <pc:chgData name="Jakub Rybacki" userId="71160f026d85cc38" providerId="LiveId" clId="{FA63DCD4-FE89-4DA7-95C9-44B608C47DE3}" dt="2022-12-14T20:44:10.607" v="2515" actId="680"/>
        <pc:sldMkLst>
          <pc:docMk/>
          <pc:sldMk cId="2048327305" sldId="266"/>
        </pc:sldMkLst>
      </pc:sldChg>
    </pc:docChg>
  </pc:docChgLst>
  <pc:docChgLst>
    <pc:chgData name="Jakub Rybacki" userId="71160f026d85cc38" providerId="LiveId" clId="{6FC54AD9-0948-4B1B-B5AD-D94C5D103C01}"/>
    <pc:docChg chg="undo custSel modSld">
      <pc:chgData name="Jakub Rybacki" userId="71160f026d85cc38" providerId="LiveId" clId="{6FC54AD9-0948-4B1B-B5AD-D94C5D103C01}" dt="2022-12-15T10:28:56.452" v="411" actId="27636"/>
      <pc:docMkLst>
        <pc:docMk/>
      </pc:docMkLst>
      <pc:sldChg chg="addSp delSp modSp mod setBg">
        <pc:chgData name="Jakub Rybacki" userId="71160f026d85cc38" providerId="LiveId" clId="{6FC54AD9-0948-4B1B-B5AD-D94C5D103C01}" dt="2022-12-15T10:28:56.452" v="411" actId="27636"/>
        <pc:sldMkLst>
          <pc:docMk/>
          <pc:sldMk cId="2048327305" sldId="266"/>
        </pc:sldMkLst>
        <pc:spChg chg="mod or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2" creationId="{DDBF2D40-A671-6698-6BFB-D06983FA3E2B}"/>
          </ac:spMkLst>
        </pc:spChg>
        <pc:spChg chg="mod ord">
          <ac:chgData name="Jakub Rybacki" userId="71160f026d85cc38" providerId="LiveId" clId="{6FC54AD9-0948-4B1B-B5AD-D94C5D103C01}" dt="2022-12-15T10:28:56.452" v="411" actId="27636"/>
          <ac:spMkLst>
            <pc:docMk/>
            <pc:sldMk cId="2048327305" sldId="266"/>
            <ac:spMk id="3" creationId="{C593F69D-F529-598E-BA0B-F65EE724EC48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8" creationId="{C52ED567-06B3-4107-9773-BBB6BD78673C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10" creationId="{AF551D8B-3775-4477-88B7-7B7C350D34E4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16" creationId="{BB934D2B-85E2-4375-94EE-B66C16BF7999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18" creationId="{9B445E02-D785-4565-B842-9567BBC09508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20" creationId="{2C153736-D102-4F57-9DE7-615AFC02B0AC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22" creationId="{BA407A52-66F4-4CDE-A726-FF79F3EC342D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24" creationId="{D28FFB34-4FC3-46F5-B900-D3B774FD0BE6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26" creationId="{205F7B13-ACB5-46BE-8070-0431266B183B}"/>
          </ac:spMkLst>
        </pc:spChg>
        <pc:spChg chg="add del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28" creationId="{D52A0D23-45DD-4DF4-ADE6-A81F409BB9FB}"/>
          </ac:spMkLst>
        </pc:spChg>
        <pc:spChg chg="ad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38" creationId="{3F088236-D655-4F88-B238-E16762358025}"/>
          </ac:spMkLst>
        </pc:spChg>
        <pc:spChg chg="ad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40" creationId="{3DAC0C92-199E-475C-9390-119A9B027276}"/>
          </ac:spMkLst>
        </pc:spChg>
        <pc:spChg chg="ad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42" creationId="{C4CFB339-0ED8-4FE2-9EF1-6D1375B8499B}"/>
          </ac:spMkLst>
        </pc:spChg>
        <pc:spChg chg="ad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44" creationId="{31896C80-2069-4431-9C19-83B913734490}"/>
          </ac:spMkLst>
        </pc:spChg>
        <pc:spChg chg="ad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46" creationId="{BF120A21-0841-4823-B0C4-28AEBCEF9B78}"/>
          </ac:spMkLst>
        </pc:spChg>
        <pc:spChg chg="ad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48" creationId="{DBB05BAE-BBD3-4289-899F-A6851503C6B0}"/>
          </ac:spMkLst>
        </pc:spChg>
        <pc:spChg chg="add">
          <ac:chgData name="Jakub Rybacki" userId="71160f026d85cc38" providerId="LiveId" clId="{6FC54AD9-0948-4B1B-B5AD-D94C5D103C01}" dt="2022-12-15T10:28:56.432" v="410" actId="26606"/>
          <ac:spMkLst>
            <pc:docMk/>
            <pc:sldMk cId="2048327305" sldId="266"/>
            <ac:spMk id="50" creationId="{9874D11C-36F5-4BBE-A490-019A54E953B0}"/>
          </ac:spMkLst>
        </pc:spChg>
        <pc:picChg chg="add">
          <ac:chgData name="Jakub Rybacki" userId="71160f026d85cc38" providerId="LiveId" clId="{6FC54AD9-0948-4B1B-B5AD-D94C5D103C01}" dt="2022-12-15T10:28:56.432" v="410" actId="26606"/>
          <ac:picMkLst>
            <pc:docMk/>
            <pc:sldMk cId="2048327305" sldId="266"/>
            <ac:picMk id="30" creationId="{F3957665-719E-C79C-D196-2068AF4E1BA1}"/>
          </ac:picMkLst>
        </pc:picChg>
        <pc:cxnChg chg="add del">
          <ac:chgData name="Jakub Rybacki" userId="71160f026d85cc38" providerId="LiveId" clId="{6FC54AD9-0948-4B1B-B5AD-D94C5D103C01}" dt="2022-12-15T10:28:56.432" v="410" actId="26606"/>
          <ac:cxnSpMkLst>
            <pc:docMk/>
            <pc:sldMk cId="2048327305" sldId="266"/>
            <ac:cxnSpMk id="12" creationId="{1A901C3D-CFAE-460D-BD0E-7D22164D7DFB}"/>
          </ac:cxnSpMkLst>
        </pc:cxnChg>
        <pc:cxnChg chg="add del">
          <ac:chgData name="Jakub Rybacki" userId="71160f026d85cc38" providerId="LiveId" clId="{6FC54AD9-0948-4B1B-B5AD-D94C5D103C01}" dt="2022-12-15T10:28:56.432" v="410" actId="26606"/>
          <ac:cxnSpMkLst>
            <pc:docMk/>
            <pc:sldMk cId="2048327305" sldId="266"/>
            <ac:cxnSpMk id="14" creationId="{837C0EA9-1437-4437-9D20-2BBDA1AA9FF8}"/>
          </ac:cxnSpMkLst>
        </pc:cxnChg>
        <pc:cxnChg chg="add">
          <ac:chgData name="Jakub Rybacki" userId="71160f026d85cc38" providerId="LiveId" clId="{6FC54AD9-0948-4B1B-B5AD-D94C5D103C01}" dt="2022-12-15T10:28:56.432" v="410" actId="26606"/>
          <ac:cxnSpMkLst>
            <pc:docMk/>
            <pc:sldMk cId="2048327305" sldId="266"/>
            <ac:cxnSpMk id="34" creationId="{64FA5DFF-7FE6-4855-84E6-DFA78EE978BD}"/>
          </ac:cxnSpMkLst>
        </pc:cxnChg>
        <pc:cxnChg chg="add">
          <ac:chgData name="Jakub Rybacki" userId="71160f026d85cc38" providerId="LiveId" clId="{6FC54AD9-0948-4B1B-B5AD-D94C5D103C01}" dt="2022-12-15T10:28:56.432" v="410" actId="26606"/>
          <ac:cxnSpMkLst>
            <pc:docMk/>
            <pc:sldMk cId="2048327305" sldId="266"/>
            <ac:cxnSpMk id="36" creationId="{2AFD8CBA-54A3-4363-991B-B9C631BBFA7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41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59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86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57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46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9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1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8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31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17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6803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326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1245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21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633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24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70A96-8F34-46C2-8DA8-6E9869536B79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85BAE2-BCE9-4715-8EAF-82999C2DF4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87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ing.pl/informacje-prasowe/926/pr/772905/firmy-chca-inwestowac-w-rozwiazania-obnizajace-koszty-energii-raport-ing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fact-tank/2017/05/12/methods-101-random-sampling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databrowser/bookmark/c3be3ba5-3817-4ef4-9e72-d894fb959ab5?lang=e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E8A7-04C4-FEE1-4D33-6713CE5E0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Badania pilotażowe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F5B1B-E708-FDD5-7DA9-B70984158E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Dobór próby do badania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9395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2A3F-D8C7-B0A8-E9E2-DDD2F3867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Dobieramy próbę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2DFD-4F07-5B6C-8E22-FA8438EED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pl-PL" sz="1500"/>
              <a:t>Reprezentatywność: Zebrana próba do badania ma odzwierciedlać rozkład w populacji: </a:t>
            </a:r>
          </a:p>
          <a:p>
            <a:pPr>
              <a:lnSpc>
                <a:spcPct val="90000"/>
              </a:lnSpc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pl-PL" sz="1500"/>
              <a:t>Dwa podejścia doboru próby:</a:t>
            </a:r>
          </a:p>
          <a:p>
            <a:pPr lvl="1">
              <a:lnSpc>
                <a:spcPct val="90000"/>
              </a:lnSpc>
            </a:pPr>
            <a:r>
              <a:rPr lang="pl-PL" sz="1500"/>
              <a:t>Metody </a:t>
            </a:r>
            <a:r>
              <a:rPr lang="pl-PL" sz="1500" err="1"/>
              <a:t>probablistyczne</a:t>
            </a:r>
            <a:r>
              <a:rPr lang="pl-PL" sz="1500"/>
              <a:t> </a:t>
            </a:r>
          </a:p>
          <a:p>
            <a:pPr lvl="2">
              <a:lnSpc>
                <a:spcPct val="90000"/>
              </a:lnSpc>
            </a:pPr>
            <a:r>
              <a:rPr lang="pl-PL" sz="1500"/>
              <a:t>ograniczają błędy związane z pytanymi osobami – tzw. </a:t>
            </a:r>
            <a:r>
              <a:rPr lang="pl-PL" sz="1500" i="1" err="1"/>
              <a:t>sampling</a:t>
            </a:r>
            <a:r>
              <a:rPr lang="pl-PL" sz="1500" i="1"/>
              <a:t> </a:t>
            </a:r>
            <a:r>
              <a:rPr lang="pl-PL" sz="1500" i="1" err="1"/>
              <a:t>bias</a:t>
            </a:r>
            <a:endParaRPr lang="pl-PL" sz="1500" i="1"/>
          </a:p>
          <a:p>
            <a:pPr lvl="2">
              <a:lnSpc>
                <a:spcPct val="90000"/>
              </a:lnSpc>
            </a:pPr>
            <a:endParaRPr lang="pl-PL" sz="1500"/>
          </a:p>
          <a:p>
            <a:pPr lvl="1">
              <a:lnSpc>
                <a:spcPct val="90000"/>
              </a:lnSpc>
            </a:pPr>
            <a:r>
              <a:rPr lang="pl-PL" sz="1500"/>
              <a:t>Metody </a:t>
            </a:r>
            <a:r>
              <a:rPr lang="pl-PL" sz="1500" err="1"/>
              <a:t>nieprobablistyczne</a:t>
            </a:r>
            <a:r>
              <a:rPr lang="pl-PL" sz="1500"/>
              <a:t>: </a:t>
            </a:r>
          </a:p>
          <a:p>
            <a:pPr lvl="2">
              <a:lnSpc>
                <a:spcPct val="90000"/>
              </a:lnSpc>
            </a:pPr>
            <a:r>
              <a:rPr lang="pl-PL" sz="1500"/>
              <a:t>Nie gwarantują reprezentatywności </a:t>
            </a:r>
          </a:p>
          <a:p>
            <a:pPr lvl="2">
              <a:lnSpc>
                <a:spcPct val="90000"/>
              </a:lnSpc>
            </a:pPr>
            <a:r>
              <a:rPr lang="pl-PL" sz="1500"/>
              <a:t>Mogą przynosić znacznie lepsze efekty przy odpowiednim przeważeniu wyników i są tańsze.</a:t>
            </a:r>
          </a:p>
          <a:p>
            <a:pPr>
              <a:lnSpc>
                <a:spcPct val="90000"/>
              </a:lnSpc>
            </a:pPr>
            <a:endParaRPr lang="pl-PL" sz="1500"/>
          </a:p>
          <a:p>
            <a:pPr>
              <a:lnSpc>
                <a:spcPct val="90000"/>
              </a:lnSpc>
            </a:pPr>
            <a:endParaRPr lang="en-GB" sz="1500"/>
          </a:p>
        </p:txBody>
      </p:sp>
      <p:pic>
        <p:nvPicPr>
          <p:cNvPr id="41" name="Picture 4" descr="Próbka pipetowana do szalki Petriego">
            <a:extLst>
              <a:ext uri="{FF2B5EF4-FFF2-40B4-BE49-F238E27FC236}">
                <a16:creationId xmlns:a16="http://schemas.microsoft.com/office/drawing/2014/main" id="{BE773E1A-58FE-51E9-C825-057362F513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375" r="1821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2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0142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ysunki na papierze kolorowym">
            <a:extLst>
              <a:ext uri="{FF2B5EF4-FFF2-40B4-BE49-F238E27FC236}">
                <a16:creationId xmlns:a16="http://schemas.microsoft.com/office/drawing/2014/main" id="{4F7B6249-A2BA-583C-C9F3-1473D45CC9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91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D8A17D-D45D-4B9C-34B6-DCD21CBF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/>
              <a:t>Dobór arbitralny - </a:t>
            </a:r>
            <a:r>
              <a:rPr lang="en-GB" sz="2800" i="1"/>
              <a:t>Convenience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425C5-8753-D5A4-1E77-5B49A3811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Działanie: </a:t>
            </a:r>
          </a:p>
          <a:p>
            <a:pPr lvl="1"/>
            <a:r>
              <a:rPr lang="pl-PL" dirty="0"/>
              <a:t>Dobór najbardziej dogodnych osób. </a:t>
            </a:r>
          </a:p>
          <a:p>
            <a:pPr lvl="1"/>
            <a:r>
              <a:rPr lang="pl-PL" dirty="0"/>
              <a:t>Brak kryteriów uczestnictwa</a:t>
            </a:r>
          </a:p>
          <a:p>
            <a:endParaRPr lang="pl-PL" dirty="0"/>
          </a:p>
          <a:p>
            <a:r>
              <a:rPr lang="pl-PL" dirty="0"/>
              <a:t>Zastosowanie: </a:t>
            </a:r>
          </a:p>
          <a:p>
            <a:pPr lvl="1"/>
            <a:r>
              <a:rPr lang="pl-PL" dirty="0"/>
              <a:t>Badanie pilotażowe – rozpoznajemy przykładowe rozkłady odpowiedzi</a:t>
            </a:r>
          </a:p>
          <a:p>
            <a:pPr lvl="1"/>
            <a:r>
              <a:rPr lang="pl-PL" dirty="0"/>
              <a:t>Często powtarzane badania – statystycznie możemy odfiltrować efekty błędu próby</a:t>
            </a:r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54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F87D-E83F-6D1E-8680-78612FF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Rozwinięcia</a:t>
            </a:r>
            <a:endParaRPr lang="en-GB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69799-8397-53D4-E002-586BA8337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Działanie: </a:t>
            </a:r>
          </a:p>
          <a:p>
            <a:pPr lvl="1"/>
            <a:r>
              <a:rPr lang="pl-PL" dirty="0" err="1"/>
              <a:t>Consequtive</a:t>
            </a:r>
            <a:r>
              <a:rPr lang="pl-PL" dirty="0"/>
              <a:t> </a:t>
            </a:r>
            <a:r>
              <a:rPr lang="pl-PL" dirty="0" err="1"/>
              <a:t>sampling</a:t>
            </a:r>
            <a:endParaRPr lang="pl-PL" dirty="0"/>
          </a:p>
          <a:p>
            <a:pPr lvl="1"/>
            <a:r>
              <a:rPr lang="pl-PL" dirty="0" err="1"/>
              <a:t>Judgmental</a:t>
            </a:r>
            <a:r>
              <a:rPr lang="pl-PL" dirty="0"/>
              <a:t> </a:t>
            </a:r>
            <a:r>
              <a:rPr lang="pl-PL" dirty="0" err="1"/>
              <a:t>sampling</a:t>
            </a:r>
            <a:r>
              <a:rPr lang="pl-PL" dirty="0"/>
              <a:t> – uznaniowe kryteria doboru na podstawie oceny eksperckiej</a:t>
            </a:r>
          </a:p>
          <a:p>
            <a:endParaRPr lang="pl-PL" dirty="0"/>
          </a:p>
        </p:txBody>
      </p:sp>
      <p:pic>
        <p:nvPicPr>
          <p:cNvPr id="38" name="Picture 4" descr="Lupa przedstawiająca spadek wydajności">
            <a:extLst>
              <a:ext uri="{FF2B5EF4-FFF2-40B4-BE49-F238E27FC236}">
                <a16:creationId xmlns:a16="http://schemas.microsoft.com/office/drawing/2014/main" id="{0546D5C3-B05B-181C-E5C2-28E82460B0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63" r="39026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4864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EF87D-E83F-6D1E-8680-78612FF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/>
              <a:t>Metoda kuli śnieżnej - </a:t>
            </a:r>
            <a:r>
              <a:rPr lang="pl-PL" i="1"/>
              <a:t>Snowball sampling</a:t>
            </a:r>
            <a:endParaRPr lang="en-GB" i="1" dirty="0"/>
          </a:p>
        </p:txBody>
      </p:sp>
      <p:sp>
        <p:nvSpPr>
          <p:cNvPr id="29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30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69799-8397-53D4-E002-586BA8337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/>
              <a:t>Wypełniający ankietę poleca kolejną grupę osób do pytań.</a:t>
            </a:r>
          </a:p>
          <a:p>
            <a:pPr lvl="1"/>
            <a:r>
              <a:rPr lang="pl-PL" i="1" err="1"/>
              <a:t>Linear</a:t>
            </a:r>
            <a:r>
              <a:rPr lang="pl-PL" i="1"/>
              <a:t> </a:t>
            </a:r>
            <a:r>
              <a:rPr lang="pl-PL" i="1" err="1"/>
              <a:t>Snowball</a:t>
            </a:r>
            <a:r>
              <a:rPr lang="pl-PL" i="1"/>
              <a:t> </a:t>
            </a:r>
            <a:r>
              <a:rPr lang="pl-PL" i="1" err="1"/>
              <a:t>Sampling</a:t>
            </a:r>
            <a:r>
              <a:rPr lang="pl-PL" i="1"/>
              <a:t> </a:t>
            </a:r>
            <a:r>
              <a:rPr lang="pl-PL"/>
              <a:t>– 1 osoba poleca kolejną</a:t>
            </a:r>
          </a:p>
          <a:p>
            <a:pPr lvl="1"/>
            <a:r>
              <a:rPr lang="en-GB" i="1"/>
              <a:t>Exponential Snowball Sampling</a:t>
            </a:r>
            <a:r>
              <a:rPr lang="pl-PL"/>
              <a:t> – 1 osoba wskazuje kolejne grupy</a:t>
            </a:r>
          </a:p>
          <a:p>
            <a:pPr marL="0" indent="0">
              <a:buNone/>
            </a:pPr>
            <a:endParaRPr lang="pl-PL"/>
          </a:p>
          <a:p>
            <a:r>
              <a:rPr lang="pl-PL"/>
              <a:t>Zastosowanie: </a:t>
            </a:r>
          </a:p>
          <a:p>
            <a:pPr lvl="1"/>
            <a:r>
              <a:rPr lang="pl-PL"/>
              <a:t>Badania z trudno dostępnymi respondentami np. grupy bardzo specyficznych ekspertów</a:t>
            </a:r>
            <a:endParaRPr lang="en-GB" dirty="0"/>
          </a:p>
        </p:txBody>
      </p:sp>
      <p:sp>
        <p:nvSpPr>
          <p:cNvPr id="31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354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Formuła calculus">
            <a:extLst>
              <a:ext uri="{FF2B5EF4-FFF2-40B4-BE49-F238E27FC236}">
                <a16:creationId xmlns:a16="http://schemas.microsoft.com/office/drawing/2014/main" id="{054B0857-7DC3-7F4B-07D5-B94A1D7DDA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00" r="15091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4FFD9-4D28-57FD-1776-3BEE80F4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Dobór kwotowy - </a:t>
            </a:r>
            <a:r>
              <a:rPr lang="pl-PL" dirty="0" err="1"/>
              <a:t>Quota</a:t>
            </a:r>
            <a:r>
              <a:rPr lang="pl-PL" dirty="0"/>
              <a:t> </a:t>
            </a:r>
            <a:r>
              <a:rPr lang="pl-PL" dirty="0" err="1"/>
              <a:t>Sampling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8ACF3-568A-241D-C316-2AA86251D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 fontScale="92500" lnSpcReduction="10000"/>
          </a:bodyPr>
          <a:lstStyle/>
          <a:p>
            <a:r>
              <a:rPr lang="pl-PL" dirty="0"/>
              <a:t>Specyfikujemy respondentów w określony sposób np. badamy 500 firm: </a:t>
            </a:r>
          </a:p>
          <a:p>
            <a:pPr lvl="1"/>
            <a:r>
              <a:rPr lang="pl-PL" dirty="0"/>
              <a:t>50 dużych przedsiębiorstw – podobnych</a:t>
            </a:r>
          </a:p>
          <a:p>
            <a:pPr lvl="1"/>
            <a:r>
              <a:rPr lang="pl-PL" dirty="0"/>
              <a:t>150 średnich –zróżnicowanych</a:t>
            </a:r>
          </a:p>
          <a:p>
            <a:pPr lvl="1"/>
            <a:r>
              <a:rPr lang="pl-PL" dirty="0"/>
              <a:t>300 małych – bardzo zróżnicowanych</a:t>
            </a:r>
          </a:p>
          <a:p>
            <a:pPr lvl="1"/>
            <a:endParaRPr lang="pl-PL" dirty="0"/>
          </a:p>
          <a:p>
            <a:r>
              <a:rPr lang="pl-PL" dirty="0"/>
              <a:t>Wyniki ulegają przeważeniu.</a:t>
            </a:r>
          </a:p>
          <a:p>
            <a:endParaRPr lang="pl-PL" dirty="0"/>
          </a:p>
          <a:p>
            <a:r>
              <a:rPr lang="pl-PL" dirty="0"/>
              <a:t>Przykład - </a:t>
            </a:r>
            <a:r>
              <a:rPr lang="pl-PL" dirty="0">
                <a:hlinkClick r:id="rId3"/>
              </a:rPr>
              <a:t>ING</a:t>
            </a:r>
            <a:endParaRPr lang="pl-PL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2614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4" descr="Trzy strzałki w dziesiątce">
            <a:extLst>
              <a:ext uri="{FF2B5EF4-FFF2-40B4-BE49-F238E27FC236}">
                <a16:creationId xmlns:a16="http://schemas.microsoft.com/office/drawing/2014/main" id="{2584E8D6-6B96-1195-9DF2-4E792E34AB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338" b="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3F4A25-46CE-1F50-DDF7-933CDB3F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Dobór losowy -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sampling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68226-6CF6-6E37-FF72-124F13B4C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Hasło - cel: EPSEM – </a:t>
            </a:r>
            <a:r>
              <a:rPr lang="pl-PL" i="1" dirty="0" err="1"/>
              <a:t>equal</a:t>
            </a:r>
            <a:r>
              <a:rPr lang="pl-PL" i="1" dirty="0"/>
              <a:t> </a:t>
            </a:r>
            <a:r>
              <a:rPr lang="pl-PL" i="1" dirty="0" err="1"/>
              <a:t>probability</a:t>
            </a:r>
            <a:r>
              <a:rPr lang="pl-PL" i="1" dirty="0"/>
              <a:t> of </a:t>
            </a:r>
            <a:r>
              <a:rPr lang="pl-PL" i="1" dirty="0" err="1"/>
              <a:t>selection</a:t>
            </a:r>
            <a:endParaRPr lang="pl-PL" i="1" dirty="0"/>
          </a:p>
          <a:p>
            <a:endParaRPr lang="pl-PL" dirty="0"/>
          </a:p>
          <a:p>
            <a:r>
              <a:rPr lang="pl-PL" dirty="0"/>
              <a:t>Losowanie np.:</a:t>
            </a:r>
          </a:p>
          <a:p>
            <a:pPr lvl="1"/>
            <a:r>
              <a:rPr lang="pl-PL" dirty="0"/>
              <a:t>Lista PESEL</a:t>
            </a:r>
          </a:p>
          <a:p>
            <a:pPr lvl="1"/>
            <a:r>
              <a:rPr lang="pl-PL" dirty="0"/>
              <a:t>Numer telefonu </a:t>
            </a:r>
          </a:p>
          <a:p>
            <a:pPr lvl="1"/>
            <a:r>
              <a:rPr lang="pl-PL" dirty="0"/>
              <a:t>Adres na podstawie książki</a:t>
            </a:r>
          </a:p>
          <a:p>
            <a:pPr lvl="1"/>
            <a:endParaRPr lang="pl-PL" dirty="0"/>
          </a:p>
          <a:p>
            <a:r>
              <a:rPr lang="pl-PL" dirty="0"/>
              <a:t>Film: </a:t>
            </a:r>
            <a:r>
              <a:rPr lang="pl-PL" dirty="0" err="1">
                <a:hlinkClick r:id="rId3"/>
              </a:rPr>
              <a:t>Pew</a:t>
            </a:r>
            <a:r>
              <a:rPr lang="pl-PL" dirty="0">
                <a:hlinkClick r:id="rId3"/>
              </a:rPr>
              <a:t> </a:t>
            </a:r>
            <a:r>
              <a:rPr lang="pl-PL" dirty="0" err="1">
                <a:hlinkClick r:id="rId3"/>
              </a:rPr>
              <a:t>research</a:t>
            </a:r>
            <a:endParaRPr lang="en-GB" dirty="0"/>
          </a:p>
        </p:txBody>
      </p:sp>
      <p:cxnSp>
        <p:nvCxnSpPr>
          <p:cNvPr id="3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403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ykrzyknik na żółtym tle">
            <a:extLst>
              <a:ext uri="{FF2B5EF4-FFF2-40B4-BE49-F238E27FC236}">
                <a16:creationId xmlns:a16="http://schemas.microsoft.com/office/drawing/2014/main" id="{3D83EFF0-17EB-FBEA-814C-CE09B0A98E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0" r="22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72B0E7-57D1-6DD4-2546-1FD5E23B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Problemy: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C6F20-0DE3-7AF7-C4EA-E1F8DA3AE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Brak dostępu do części badanych</a:t>
            </a:r>
          </a:p>
          <a:p>
            <a:pPr lvl="1"/>
            <a:r>
              <a:rPr lang="pl-PL" dirty="0"/>
              <a:t>Ilu obcokrajowców przebywa w Polsce: </a:t>
            </a:r>
            <a:r>
              <a:rPr lang="pl-PL" dirty="0">
                <a:hlinkClick r:id="rId3"/>
              </a:rPr>
              <a:t>Eurostat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Różna skłonność do odpowiedzi na ankietę.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8056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AA7CE2D-B5A5-8F48-A7A2-F90A5227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Dobór systematyczny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48AB-3936-549E-955F-D893BCDFD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Losowanie respondentów można przeprowadzić prostym programem. </a:t>
            </a:r>
          </a:p>
          <a:p>
            <a:endParaRPr lang="pl-PL" dirty="0"/>
          </a:p>
          <a:p>
            <a:r>
              <a:rPr lang="pl-PL" dirty="0"/>
              <a:t>Pragmatycznie jednak wykorzystywane jest inne podejście: </a:t>
            </a:r>
          </a:p>
          <a:p>
            <a:pPr lvl="1"/>
            <a:r>
              <a:rPr lang="pl-PL" dirty="0"/>
              <a:t>Losujemy pierwszy adres</a:t>
            </a:r>
          </a:p>
          <a:p>
            <a:pPr lvl="1"/>
            <a:r>
              <a:rPr lang="pl-PL" dirty="0"/>
              <a:t>Następnie wybieramy, systematycznie co n-ty adres. </a:t>
            </a:r>
          </a:p>
          <a:p>
            <a:pPr lvl="1"/>
            <a:endParaRPr lang="pl-PL" dirty="0"/>
          </a:p>
          <a:p>
            <a:r>
              <a:rPr lang="pl-PL" dirty="0"/>
              <a:t>Pozwala łatwiej usystematyzować pracę ankieterów.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3680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Duża grupa skoczków spadochronowych w powietrzu">
            <a:extLst>
              <a:ext uri="{FF2B5EF4-FFF2-40B4-BE49-F238E27FC236}">
                <a16:creationId xmlns:a16="http://schemas.microsoft.com/office/drawing/2014/main" id="{F3957665-719E-C79C-D196-2068AF4E1B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75" r="11007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BF2D40-A671-6698-6BFB-D06983FA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/>
              <a:t>Stratyfikacja próby badawczej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3F69D-F529-598E-BA0B-F65EE724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pl-PL" sz="1700"/>
              <a:t>O co chodzi:</a:t>
            </a:r>
          </a:p>
          <a:p>
            <a:pPr lvl="1">
              <a:lnSpc>
                <a:spcPct val="90000"/>
              </a:lnSpc>
            </a:pPr>
            <a:r>
              <a:rPr lang="pl-PL" sz="1700"/>
              <a:t>Podział uczestników wedle określonego klucza – np. mężczyźni i kobiety</a:t>
            </a:r>
          </a:p>
          <a:p>
            <a:pPr lvl="1">
              <a:lnSpc>
                <a:spcPct val="90000"/>
              </a:lnSpc>
            </a:pPr>
            <a:r>
              <a:rPr lang="pl-PL" sz="1700"/>
              <a:t>Przeprowadzenie odrębnie doboru losowego w każdej z grup</a:t>
            </a:r>
          </a:p>
          <a:p>
            <a:pPr lvl="1">
              <a:lnSpc>
                <a:spcPct val="90000"/>
              </a:lnSpc>
            </a:pPr>
            <a:r>
              <a:rPr lang="pl-PL" sz="1700"/>
              <a:t>Przeważenie wyników, aby odzwierciedlały łączną populację.</a:t>
            </a:r>
          </a:p>
          <a:p>
            <a:pPr lvl="1">
              <a:lnSpc>
                <a:spcPct val="90000"/>
              </a:lnSpc>
            </a:pPr>
            <a:endParaRPr lang="pl-PL" sz="1700"/>
          </a:p>
          <a:p>
            <a:pPr>
              <a:lnSpc>
                <a:spcPct val="90000"/>
              </a:lnSpc>
            </a:pPr>
            <a:r>
              <a:rPr lang="pl-PL" sz="1700"/>
              <a:t>Założenie:  </a:t>
            </a:r>
          </a:p>
          <a:p>
            <a:pPr lvl="1">
              <a:lnSpc>
                <a:spcPct val="90000"/>
              </a:lnSpc>
            </a:pPr>
            <a:r>
              <a:rPr lang="pl-PL" sz="1700"/>
              <a:t>Zmniejszamy łączny błąd związany z badaniem poprzez bardziej jednorodne odpowiedzi w grupach</a:t>
            </a:r>
            <a:endParaRPr lang="en-GB" sz="17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83273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</TotalTime>
  <Words>320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Badania pilotażowe</vt:lpstr>
      <vt:lpstr>Dobieramy próbę</vt:lpstr>
      <vt:lpstr>Dobór arbitralny - Convenience sampling</vt:lpstr>
      <vt:lpstr>Rozwinięcia</vt:lpstr>
      <vt:lpstr>Metoda kuli śnieżnej - Snowball sampling</vt:lpstr>
      <vt:lpstr>Dobór kwotowy - Quota Sampling</vt:lpstr>
      <vt:lpstr>Dobór losowy - Random sampling</vt:lpstr>
      <vt:lpstr>Problemy:</vt:lpstr>
      <vt:lpstr>Dobór systematyczny</vt:lpstr>
      <vt:lpstr>Stratyfikacja próby badawczej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Badania pilotażowe</dc:title>
  <dc:creator>Jakub Rybacki</dc:creator>
  <cp:lastModifiedBy>Jakub Rybacki</cp:lastModifiedBy>
  <cp:revision>1</cp:revision>
  <dcterms:created xsi:type="dcterms:W3CDTF">2022-12-14T19:01:35Z</dcterms:created>
  <dcterms:modified xsi:type="dcterms:W3CDTF">2022-12-15T10:28:57Z</dcterms:modified>
</cp:coreProperties>
</file>