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4" r:id="rId6"/>
    <p:sldId id="257" r:id="rId7"/>
    <p:sldId id="260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C85304-5CD9-478C-8CD8-F7182ABCACE7}">
          <p14:sldIdLst>
            <p14:sldId id="256"/>
            <p14:sldId id="258"/>
          </p14:sldIdLst>
        </p14:section>
        <p14:section name="Dane" id="{9CA73D59-3F7C-40D6-A84C-81688E6987AF}">
          <p14:sldIdLst>
            <p14:sldId id="259"/>
            <p14:sldId id="261"/>
            <p14:sldId id="264"/>
          </p14:sldIdLst>
        </p14:section>
        <p14:section name="Targetowanie" id="{E1C66CC2-C07E-4C6D-9216-DEE9D317A1F2}">
          <p14:sldIdLst>
            <p14:sldId id="257"/>
            <p14:sldId id="260"/>
            <p14:sldId id="262"/>
          </p14:sldIdLst>
        </p14:section>
        <p14:section name="Portale" id="{19EC67BE-2515-49FD-8891-BBE50F04A3F5}">
          <p14:sldIdLst>
            <p14:sldId id="263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DBEEF-86BB-4D4B-A306-93C6A11C7CBA}" v="8" dt="2022-11-16T21:42:5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C53DBEEF-86BB-4D4B-A306-93C6A11C7CBA}"/>
    <pc:docChg chg="undo custSel addSld delSld modSld sldOrd addSection modSection">
      <pc:chgData name="Jakub Rybacki" userId="71160f026d85cc38" providerId="LiveId" clId="{C53DBEEF-86BB-4D4B-A306-93C6A11C7CBA}" dt="2022-11-16T21:53:49.170" v="2048" actId="26606"/>
      <pc:docMkLst>
        <pc:docMk/>
      </pc:docMkLst>
      <pc:sldChg chg="modSp mod">
        <pc:chgData name="Jakub Rybacki" userId="71160f026d85cc38" providerId="LiveId" clId="{C53DBEEF-86BB-4D4B-A306-93C6A11C7CBA}" dt="2022-11-16T21:12:18.385" v="1062" actId="20577"/>
        <pc:sldMkLst>
          <pc:docMk/>
          <pc:sldMk cId="1950193791" sldId="256"/>
        </pc:sldMkLst>
        <pc:spChg chg="mod">
          <ac:chgData name="Jakub Rybacki" userId="71160f026d85cc38" providerId="LiveId" clId="{C53DBEEF-86BB-4D4B-A306-93C6A11C7CBA}" dt="2022-11-16T21:12:18.385" v="1062" actId="20577"/>
          <ac:spMkLst>
            <pc:docMk/>
            <pc:sldMk cId="1950193791" sldId="256"/>
            <ac:spMk id="2" creationId="{BC472803-3961-8ABB-A018-661ABCE28855}"/>
          </ac:spMkLst>
        </pc:spChg>
      </pc:sldChg>
      <pc:sldChg chg="addSp delSp modSp mod setBg setClrOvrMap">
        <pc:chgData name="Jakub Rybacki" userId="71160f026d85cc38" providerId="LiveId" clId="{C53DBEEF-86BB-4D4B-A306-93C6A11C7CBA}" dt="2022-11-16T21:33:22.746" v="1718" actId="26606"/>
        <pc:sldMkLst>
          <pc:docMk/>
          <pc:sldMk cId="3417227626" sldId="257"/>
        </pc:sldMkLst>
        <pc:spChg chg="mod ord">
          <ac:chgData name="Jakub Rybacki" userId="71160f026d85cc38" providerId="LiveId" clId="{C53DBEEF-86BB-4D4B-A306-93C6A11C7CBA}" dt="2022-11-16T21:33:22.746" v="1718" actId="26606"/>
          <ac:spMkLst>
            <pc:docMk/>
            <pc:sldMk cId="3417227626" sldId="257"/>
            <ac:spMk id="2" creationId="{F31E1584-4AA7-B36A-C82A-1532DCC636E5}"/>
          </ac:spMkLst>
        </pc:spChg>
        <pc:spChg chg="mod">
          <ac:chgData name="Jakub Rybacki" userId="71160f026d85cc38" providerId="LiveId" clId="{C53DBEEF-86BB-4D4B-A306-93C6A11C7CBA}" dt="2022-11-16T21:33:22.746" v="1718" actId="26606"/>
          <ac:spMkLst>
            <pc:docMk/>
            <pc:sldMk cId="3417227626" sldId="257"/>
            <ac:spMk id="3" creationId="{C4E56384-CC41-2F7D-D49E-1CE461D4D197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8" creationId="{C52ED567-06B3-4107-9773-BBB6BD78673C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10" creationId="{AF551D8B-3775-4477-88B7-7B7C350D34E4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16" creationId="{BB934D2B-85E2-4375-94EE-B66C16BF7999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18" creationId="{9B445E02-D785-4565-B842-9567BBC09508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20" creationId="{2C153736-D102-4F57-9DE7-615AFC02B0AC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22" creationId="{BA407A52-66F4-4CDE-A726-FF79F3EC342D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24" creationId="{D28FFB34-4FC3-46F5-B900-D3B774FD0BE6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26" creationId="{205F7B13-ACB5-46BE-8070-0431266B183B}"/>
          </ac:spMkLst>
        </pc:spChg>
        <pc:spChg chg="add del">
          <ac:chgData name="Jakub Rybacki" userId="71160f026d85cc38" providerId="LiveId" clId="{C53DBEEF-86BB-4D4B-A306-93C6A11C7CBA}" dt="2022-11-16T21:33:21.437" v="1713" actId="26606"/>
          <ac:spMkLst>
            <pc:docMk/>
            <pc:sldMk cId="3417227626" sldId="257"/>
            <ac:spMk id="28" creationId="{D52A0D23-45DD-4DF4-ADE6-A81F409BB9FB}"/>
          </ac:spMkLst>
        </pc:spChg>
        <pc:spChg chg="add del">
          <ac:chgData name="Jakub Rybacki" userId="71160f026d85cc38" providerId="LiveId" clId="{C53DBEEF-86BB-4D4B-A306-93C6A11C7CBA}" dt="2022-11-16T21:33:21.810" v="1715" actId="26606"/>
          <ac:spMkLst>
            <pc:docMk/>
            <pc:sldMk cId="3417227626" sldId="257"/>
            <ac:spMk id="30" creationId="{603AE127-802C-459A-A612-DB85B67F0DC0}"/>
          </ac:spMkLst>
        </pc:spChg>
        <pc:spChg chg="add del">
          <ac:chgData name="Jakub Rybacki" userId="71160f026d85cc38" providerId="LiveId" clId="{C53DBEEF-86BB-4D4B-A306-93C6A11C7CBA}" dt="2022-11-16T21:33:21.810" v="1715" actId="26606"/>
          <ac:spMkLst>
            <pc:docMk/>
            <pc:sldMk cId="3417227626" sldId="257"/>
            <ac:spMk id="31" creationId="{9323D83D-50D6-4040-A58B-FCEA340F886A}"/>
          </ac:spMkLst>
        </pc:spChg>
        <pc:spChg chg="add del">
          <ac:chgData name="Jakub Rybacki" userId="71160f026d85cc38" providerId="LiveId" clId="{C53DBEEF-86BB-4D4B-A306-93C6A11C7CBA}" dt="2022-11-16T21:33:21.810" v="1715" actId="26606"/>
          <ac:spMkLst>
            <pc:docMk/>
            <pc:sldMk cId="3417227626" sldId="257"/>
            <ac:spMk id="33" creationId="{F10FD715-4DCE-4779-B634-EC78315EA213}"/>
          </ac:spMkLst>
        </pc:spChg>
        <pc:spChg chg="add del">
          <ac:chgData name="Jakub Rybacki" userId="71160f026d85cc38" providerId="LiveId" clId="{C53DBEEF-86BB-4D4B-A306-93C6A11C7CBA}" dt="2022-11-16T21:33:22.742" v="1717" actId="26606"/>
          <ac:spMkLst>
            <pc:docMk/>
            <pc:sldMk cId="3417227626" sldId="257"/>
            <ac:spMk id="35" creationId="{86C16C40-7C29-4ACC-B851-7E08E459B596}"/>
          </ac:spMkLst>
        </pc:spChg>
        <pc:spChg chg="add">
          <ac:chgData name="Jakub Rybacki" userId="71160f026d85cc38" providerId="LiveId" clId="{C53DBEEF-86BB-4D4B-A306-93C6A11C7CBA}" dt="2022-11-16T21:33:22.746" v="1718" actId="26606"/>
          <ac:spMkLst>
            <pc:docMk/>
            <pc:sldMk cId="3417227626" sldId="257"/>
            <ac:spMk id="43" creationId="{603AE127-802C-459A-A612-DB85B67F0DC0}"/>
          </ac:spMkLst>
        </pc:spChg>
        <pc:spChg chg="add">
          <ac:chgData name="Jakub Rybacki" userId="71160f026d85cc38" providerId="LiveId" clId="{C53DBEEF-86BB-4D4B-A306-93C6A11C7CBA}" dt="2022-11-16T21:33:22.746" v="1718" actId="26606"/>
          <ac:spMkLst>
            <pc:docMk/>
            <pc:sldMk cId="3417227626" sldId="257"/>
            <ac:spMk id="44" creationId="{9323D83D-50D6-4040-A58B-FCEA340F886A}"/>
          </ac:spMkLst>
        </pc:spChg>
        <pc:spChg chg="add">
          <ac:chgData name="Jakub Rybacki" userId="71160f026d85cc38" providerId="LiveId" clId="{C53DBEEF-86BB-4D4B-A306-93C6A11C7CBA}" dt="2022-11-16T21:33:22.746" v="1718" actId="26606"/>
          <ac:spMkLst>
            <pc:docMk/>
            <pc:sldMk cId="3417227626" sldId="257"/>
            <ac:spMk id="46" creationId="{F10FD715-4DCE-4779-B634-EC78315EA213}"/>
          </ac:spMkLst>
        </pc:spChg>
        <pc:grpChg chg="add del">
          <ac:chgData name="Jakub Rybacki" userId="71160f026d85cc38" providerId="LiveId" clId="{C53DBEEF-86BB-4D4B-A306-93C6A11C7CBA}" dt="2022-11-16T21:33:22.742" v="1717" actId="26606"/>
          <ac:grpSpMkLst>
            <pc:docMk/>
            <pc:sldMk cId="3417227626" sldId="257"/>
            <ac:grpSpMk id="36" creationId="{CDD733AE-DD5E-4C77-8BCD-72BF12A06BB1}"/>
          </ac:grpSpMkLst>
        </pc:grpChg>
        <pc:cxnChg chg="add del">
          <ac:chgData name="Jakub Rybacki" userId="71160f026d85cc38" providerId="LiveId" clId="{C53DBEEF-86BB-4D4B-A306-93C6A11C7CBA}" dt="2022-11-16T21:33:21.437" v="1713" actId="26606"/>
          <ac:cxnSpMkLst>
            <pc:docMk/>
            <pc:sldMk cId="3417227626" sldId="257"/>
            <ac:cxnSpMk id="12" creationId="{1A901C3D-CFAE-460D-BD0E-7D22164D7DFB}"/>
          </ac:cxnSpMkLst>
        </pc:cxnChg>
        <pc:cxnChg chg="add del">
          <ac:chgData name="Jakub Rybacki" userId="71160f026d85cc38" providerId="LiveId" clId="{C53DBEEF-86BB-4D4B-A306-93C6A11C7CBA}" dt="2022-11-16T21:33:21.437" v="1713" actId="26606"/>
          <ac:cxnSpMkLst>
            <pc:docMk/>
            <pc:sldMk cId="3417227626" sldId="257"/>
            <ac:cxnSpMk id="14" creationId="{837C0EA9-1437-4437-9D20-2BBDA1AA9FF8}"/>
          </ac:cxnSpMkLst>
        </pc:cxnChg>
        <pc:cxnChg chg="add del">
          <ac:chgData name="Jakub Rybacki" userId="71160f026d85cc38" providerId="LiveId" clId="{C53DBEEF-86BB-4D4B-A306-93C6A11C7CBA}" dt="2022-11-16T21:33:21.810" v="1715" actId="26606"/>
          <ac:cxnSpMkLst>
            <pc:docMk/>
            <pc:sldMk cId="3417227626" sldId="257"/>
            <ac:cxnSpMk id="32" creationId="{1A1FE6BB-DFB2-4080-9B5E-076EF5DDE67B}"/>
          </ac:cxnSpMkLst>
        </pc:cxnChg>
        <pc:cxnChg chg="add">
          <ac:chgData name="Jakub Rybacki" userId="71160f026d85cc38" providerId="LiveId" clId="{C53DBEEF-86BB-4D4B-A306-93C6A11C7CBA}" dt="2022-11-16T21:33:22.746" v="1718" actId="26606"/>
          <ac:cxnSpMkLst>
            <pc:docMk/>
            <pc:sldMk cId="3417227626" sldId="257"/>
            <ac:cxnSpMk id="45" creationId="{1A1FE6BB-DFB2-4080-9B5E-076EF5DDE67B}"/>
          </ac:cxnSpMkLst>
        </pc:cxnChg>
      </pc:sldChg>
      <pc:sldChg chg="addSp delSp modSp mod ord setBg">
        <pc:chgData name="Jakub Rybacki" userId="71160f026d85cc38" providerId="LiveId" clId="{C53DBEEF-86BB-4D4B-A306-93C6A11C7CBA}" dt="2022-11-16T21:09:47.897" v="865" actId="20577"/>
        <pc:sldMkLst>
          <pc:docMk/>
          <pc:sldMk cId="2496354686" sldId="258"/>
        </pc:sldMkLst>
        <pc:spChg chg="mod or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2" creationId="{B676AF0E-7816-9A92-DE11-99166F9818E4}"/>
          </ac:spMkLst>
        </pc:spChg>
        <pc:spChg chg="mod ord">
          <ac:chgData name="Jakub Rybacki" userId="71160f026d85cc38" providerId="LiveId" clId="{C53DBEEF-86BB-4D4B-A306-93C6A11C7CBA}" dt="2022-11-16T21:09:47.897" v="865" actId="20577"/>
          <ac:spMkLst>
            <pc:docMk/>
            <pc:sldMk cId="2496354686" sldId="258"/>
            <ac:spMk id="3" creationId="{0AA4A07A-45D9-274C-DF3A-8A898F8663F5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8" creationId="{C52ED567-06B3-4107-9773-BBB6BD78673C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10" creationId="{AF551D8B-3775-4477-88B7-7B7C350D34E4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16" creationId="{BB934D2B-85E2-4375-94EE-B66C16BF7999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18" creationId="{9B445E02-D785-4565-B842-9567BBC09508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20" creationId="{2C153736-D102-4F57-9DE7-615AFC02B0AC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22" creationId="{BA407A52-66F4-4CDE-A726-FF79F3EC342D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24" creationId="{D28FFB34-4FC3-46F5-B900-D3B774FD0BE6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26" creationId="{205F7B13-ACB5-46BE-8070-0431266B183B}"/>
          </ac:spMkLst>
        </pc:spChg>
        <pc:spChg chg="add del">
          <ac:chgData name="Jakub Rybacki" userId="71160f026d85cc38" providerId="LiveId" clId="{C53DBEEF-86BB-4D4B-A306-93C6A11C7CBA}" dt="2022-11-16T21:06:26.666" v="597" actId="26606"/>
          <ac:spMkLst>
            <pc:docMk/>
            <pc:sldMk cId="2496354686" sldId="258"/>
            <ac:spMk id="28" creationId="{D52A0D23-45DD-4DF4-ADE6-A81F409BB9FB}"/>
          </ac:spMkLst>
        </pc:spChg>
        <pc:spChg chg="add del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30" creationId="{9F4444CE-BC8D-4D61-B303-4C05614E62AB}"/>
          </ac:spMkLst>
        </pc:spChg>
        <pc:spChg chg="add del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31" creationId="{62423CA5-E2E1-4789-B759-9906C1C94063}"/>
          </ac:spMkLst>
        </pc:spChg>
        <pc:spChg chg="add del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32" creationId="{73772B81-181F-48B7-8826-4D9686D15DF5}"/>
          </ac:spMkLst>
        </pc:spChg>
        <pc:spChg chg="add del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33" creationId="{B2205F6E-03C6-4E92-877C-E2482F6599AA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38" creationId="{A65AC7D1-EAA9-48F5-B509-60A7F50BF703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40" creationId="{D6320AF9-619A-4175-865B-5663E1AEF4C5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46" creationId="{7E018740-5C2B-4A41-AC1A-7E68D1EC1954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48" creationId="{166F75A4-C475-4941-8EE2-B80A06A2C1BB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50" creationId="{A032553A-72E8-4B0D-8405-FF9771C9AF05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52" creationId="{765800AC-C3B9-498E-87BC-29FAE4C76B21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54" creationId="{1F9D6ACB-2FF4-49F9-978A-E0D5327FC635}"/>
          </ac:spMkLst>
        </pc:spChg>
        <pc:spChg chg="add">
          <ac:chgData name="Jakub Rybacki" userId="71160f026d85cc38" providerId="LiveId" clId="{C53DBEEF-86BB-4D4B-A306-93C6A11C7CBA}" dt="2022-11-16T21:06:53.151" v="602" actId="26606"/>
          <ac:spMkLst>
            <pc:docMk/>
            <pc:sldMk cId="2496354686" sldId="258"/>
            <ac:spMk id="56" creationId="{A5EC319D-0FEA-4B95-A3EA-01E35672C95B}"/>
          </ac:spMkLst>
        </pc:spChg>
        <pc:picChg chg="add mod">
          <ac:chgData name="Jakub Rybacki" userId="71160f026d85cc38" providerId="LiveId" clId="{C53DBEEF-86BB-4D4B-A306-93C6A11C7CBA}" dt="2022-11-16T21:06:53.151" v="602" actId="26606"/>
          <ac:picMkLst>
            <pc:docMk/>
            <pc:sldMk cId="2496354686" sldId="258"/>
            <ac:picMk id="7" creationId="{10632D21-A3AF-F04D-E789-D29DBD5C1D33}"/>
          </ac:picMkLst>
        </pc:picChg>
        <pc:cxnChg chg="add del">
          <ac:chgData name="Jakub Rybacki" userId="71160f026d85cc38" providerId="LiveId" clId="{C53DBEEF-86BB-4D4B-A306-93C6A11C7CBA}" dt="2022-11-16T21:06:26.666" v="597" actId="26606"/>
          <ac:cxnSpMkLst>
            <pc:docMk/>
            <pc:sldMk cId="2496354686" sldId="258"/>
            <ac:cxnSpMk id="12" creationId="{1A901C3D-CFAE-460D-BD0E-7D22164D7DFB}"/>
          </ac:cxnSpMkLst>
        </pc:cxnChg>
        <pc:cxnChg chg="add del">
          <ac:chgData name="Jakub Rybacki" userId="71160f026d85cc38" providerId="LiveId" clId="{C53DBEEF-86BB-4D4B-A306-93C6A11C7CBA}" dt="2022-11-16T21:06:26.666" v="597" actId="26606"/>
          <ac:cxnSpMkLst>
            <pc:docMk/>
            <pc:sldMk cId="2496354686" sldId="258"/>
            <ac:cxnSpMk id="14" creationId="{837C0EA9-1437-4437-9D20-2BBDA1AA9FF8}"/>
          </ac:cxnSpMkLst>
        </pc:cxnChg>
        <pc:cxnChg chg="add">
          <ac:chgData name="Jakub Rybacki" userId="71160f026d85cc38" providerId="LiveId" clId="{C53DBEEF-86BB-4D4B-A306-93C6A11C7CBA}" dt="2022-11-16T21:06:53.151" v="602" actId="26606"/>
          <ac:cxnSpMkLst>
            <pc:docMk/>
            <pc:sldMk cId="2496354686" sldId="258"/>
            <ac:cxnSpMk id="42" creationId="{063B6EC6-D752-4EE7-908B-F8F19E8C7FEA}"/>
          </ac:cxnSpMkLst>
        </pc:cxnChg>
        <pc:cxnChg chg="add">
          <ac:chgData name="Jakub Rybacki" userId="71160f026d85cc38" providerId="LiveId" clId="{C53DBEEF-86BB-4D4B-A306-93C6A11C7CBA}" dt="2022-11-16T21:06:53.151" v="602" actId="26606"/>
          <ac:cxnSpMkLst>
            <pc:docMk/>
            <pc:sldMk cId="2496354686" sldId="258"/>
            <ac:cxnSpMk id="44" creationId="{EFECD4E8-AD3E-4228-82A2-9461958EA94D}"/>
          </ac:cxnSpMkLst>
        </pc:cxnChg>
      </pc:sldChg>
      <pc:sldChg chg="addSp modSp new mod ord setBg">
        <pc:chgData name="Jakub Rybacki" userId="71160f026d85cc38" providerId="LiveId" clId="{C53DBEEF-86BB-4D4B-A306-93C6A11C7CBA}" dt="2022-11-16T21:35:40.160" v="1818" actId="20577"/>
        <pc:sldMkLst>
          <pc:docMk/>
          <pc:sldMk cId="2348843384" sldId="259"/>
        </pc:sldMkLst>
        <pc:spChg chg="mod">
          <ac:chgData name="Jakub Rybacki" userId="71160f026d85cc38" providerId="LiveId" clId="{C53DBEEF-86BB-4D4B-A306-93C6A11C7CBA}" dt="2022-11-16T21:08:36.592" v="769" actId="26606"/>
          <ac:spMkLst>
            <pc:docMk/>
            <pc:sldMk cId="2348843384" sldId="259"/>
            <ac:spMk id="2" creationId="{DD4C3393-5913-3A2B-41EB-EC749AA1554E}"/>
          </ac:spMkLst>
        </pc:spChg>
        <pc:spChg chg="mod">
          <ac:chgData name="Jakub Rybacki" userId="71160f026d85cc38" providerId="LiveId" clId="{C53DBEEF-86BB-4D4B-A306-93C6A11C7CBA}" dt="2022-11-16T21:35:40.160" v="1818" actId="20577"/>
          <ac:spMkLst>
            <pc:docMk/>
            <pc:sldMk cId="2348843384" sldId="259"/>
            <ac:spMk id="3" creationId="{6723F1F4-055B-78B1-A276-A681A208AD7C}"/>
          </ac:spMkLst>
        </pc:spChg>
        <pc:spChg chg="add">
          <ac:chgData name="Jakub Rybacki" userId="71160f026d85cc38" providerId="LiveId" clId="{C53DBEEF-86BB-4D4B-A306-93C6A11C7CBA}" dt="2022-11-16T21:08:36.592" v="769" actId="26606"/>
          <ac:spMkLst>
            <pc:docMk/>
            <pc:sldMk cId="2348843384" sldId="259"/>
            <ac:spMk id="8" creationId="{603AE127-802C-459A-A612-DB85B67F0DC0}"/>
          </ac:spMkLst>
        </pc:spChg>
        <pc:spChg chg="add">
          <ac:chgData name="Jakub Rybacki" userId="71160f026d85cc38" providerId="LiveId" clId="{C53DBEEF-86BB-4D4B-A306-93C6A11C7CBA}" dt="2022-11-16T21:08:36.592" v="769" actId="26606"/>
          <ac:spMkLst>
            <pc:docMk/>
            <pc:sldMk cId="2348843384" sldId="259"/>
            <ac:spMk id="10" creationId="{9323D83D-50D6-4040-A58B-FCEA340F886A}"/>
          </ac:spMkLst>
        </pc:spChg>
        <pc:spChg chg="add">
          <ac:chgData name="Jakub Rybacki" userId="71160f026d85cc38" providerId="LiveId" clId="{C53DBEEF-86BB-4D4B-A306-93C6A11C7CBA}" dt="2022-11-16T21:08:36.592" v="769" actId="26606"/>
          <ac:spMkLst>
            <pc:docMk/>
            <pc:sldMk cId="2348843384" sldId="259"/>
            <ac:spMk id="14" creationId="{F10FD715-4DCE-4779-B634-EC78315EA213}"/>
          </ac:spMkLst>
        </pc:spChg>
        <pc:cxnChg chg="add">
          <ac:chgData name="Jakub Rybacki" userId="71160f026d85cc38" providerId="LiveId" clId="{C53DBEEF-86BB-4D4B-A306-93C6A11C7CBA}" dt="2022-11-16T21:08:36.592" v="769" actId="26606"/>
          <ac:cxnSpMkLst>
            <pc:docMk/>
            <pc:sldMk cId="2348843384" sldId="259"/>
            <ac:cxnSpMk id="12" creationId="{1A1FE6BB-DFB2-4080-9B5E-076EF5DDE67B}"/>
          </ac:cxnSpMkLst>
        </pc:cxnChg>
      </pc:sldChg>
      <pc:sldChg chg="addSp delSp modSp new mod setBg">
        <pc:chgData name="Jakub Rybacki" userId="71160f026d85cc38" providerId="LiveId" clId="{C53DBEEF-86BB-4D4B-A306-93C6A11C7CBA}" dt="2022-11-16T21:15:33.874" v="1165" actId="27636"/>
        <pc:sldMkLst>
          <pc:docMk/>
          <pc:sldMk cId="2532827834" sldId="260"/>
        </pc:sldMkLst>
        <pc:spChg chg="mod">
          <ac:chgData name="Jakub Rybacki" userId="71160f026d85cc38" providerId="LiveId" clId="{C53DBEEF-86BB-4D4B-A306-93C6A11C7CBA}" dt="2022-11-16T21:15:33.823" v="1164" actId="26606"/>
          <ac:spMkLst>
            <pc:docMk/>
            <pc:sldMk cId="2532827834" sldId="260"/>
            <ac:spMk id="2" creationId="{9E37CFDC-9E69-3D53-CFE5-0A6CB8DC2496}"/>
          </ac:spMkLst>
        </pc:spChg>
        <pc:spChg chg="add del mod">
          <ac:chgData name="Jakub Rybacki" userId="71160f026d85cc38" providerId="LiveId" clId="{C53DBEEF-86BB-4D4B-A306-93C6A11C7CBA}" dt="2022-11-16T21:15:33.823" v="1164" actId="26606"/>
          <ac:spMkLst>
            <pc:docMk/>
            <pc:sldMk cId="2532827834" sldId="260"/>
            <ac:spMk id="3" creationId="{BE295BB6-32D6-524C-30D1-0DB9754CC4DF}"/>
          </ac:spMkLst>
        </pc:spChg>
        <pc:spChg chg="add del">
          <ac:chgData name="Jakub Rybacki" userId="71160f026d85cc38" providerId="LiveId" clId="{C53DBEEF-86BB-4D4B-A306-93C6A11C7CBA}" dt="2022-11-16T21:15:32.130" v="1161" actId="26606"/>
          <ac:spMkLst>
            <pc:docMk/>
            <pc:sldMk cId="2532827834" sldId="260"/>
            <ac:spMk id="9" creationId="{3BCB5F6A-9EB0-40B0-9D13-3023E9A20508}"/>
          </ac:spMkLst>
        </pc:spChg>
        <pc:spChg chg="add del">
          <ac:chgData name="Jakub Rybacki" userId="71160f026d85cc38" providerId="LiveId" clId="{C53DBEEF-86BB-4D4B-A306-93C6A11C7CBA}" dt="2022-11-16T21:15:33.812" v="1163" actId="26606"/>
          <ac:spMkLst>
            <pc:docMk/>
            <pc:sldMk cId="2532827834" sldId="260"/>
            <ac:spMk id="11" creationId="{73772B81-181F-48B7-8826-4D9686D15DF5}"/>
          </ac:spMkLst>
        </pc:spChg>
        <pc:spChg chg="add del">
          <ac:chgData name="Jakub Rybacki" userId="71160f026d85cc38" providerId="LiveId" clId="{C53DBEEF-86BB-4D4B-A306-93C6A11C7CBA}" dt="2022-11-16T21:15:33.812" v="1163" actId="26606"/>
          <ac:spMkLst>
            <pc:docMk/>
            <pc:sldMk cId="2532827834" sldId="260"/>
            <ac:spMk id="12" creationId="{9F4444CE-BC8D-4D61-B303-4C05614E62AB}"/>
          </ac:spMkLst>
        </pc:spChg>
        <pc:spChg chg="add del">
          <ac:chgData name="Jakub Rybacki" userId="71160f026d85cc38" providerId="LiveId" clId="{C53DBEEF-86BB-4D4B-A306-93C6A11C7CBA}" dt="2022-11-16T21:15:33.812" v="1163" actId="26606"/>
          <ac:spMkLst>
            <pc:docMk/>
            <pc:sldMk cId="2532827834" sldId="260"/>
            <ac:spMk id="13" creationId="{B2205F6E-03C6-4E92-877C-E2482F6599AA}"/>
          </ac:spMkLst>
        </pc:spChg>
        <pc:spChg chg="add mod">
          <ac:chgData name="Jakub Rybacki" userId="71160f026d85cc38" providerId="LiveId" clId="{C53DBEEF-86BB-4D4B-A306-93C6A11C7CBA}" dt="2022-11-16T21:15:33.874" v="1165" actId="27636"/>
          <ac:spMkLst>
            <pc:docMk/>
            <pc:sldMk cId="2532827834" sldId="260"/>
            <ac:spMk id="16" creationId="{BE295BB6-32D6-524C-30D1-0DB9754CC4DF}"/>
          </ac:spMkLst>
        </pc:spChg>
        <pc:spChg chg="add">
          <ac:chgData name="Jakub Rybacki" userId="71160f026d85cc38" providerId="LiveId" clId="{C53DBEEF-86BB-4D4B-A306-93C6A11C7CBA}" dt="2022-11-16T21:15:33.823" v="1164" actId="26606"/>
          <ac:spMkLst>
            <pc:docMk/>
            <pc:sldMk cId="2532827834" sldId="260"/>
            <ac:spMk id="18" creationId="{3BCB5F6A-9EB0-40B0-9D13-3023E9A20508}"/>
          </ac:spMkLst>
        </pc:spChg>
        <pc:graphicFrameChg chg="add del">
          <ac:chgData name="Jakub Rybacki" userId="71160f026d85cc38" providerId="LiveId" clId="{C53DBEEF-86BB-4D4B-A306-93C6A11C7CBA}" dt="2022-11-16T21:15:33.812" v="1163" actId="26606"/>
          <ac:graphicFrameMkLst>
            <pc:docMk/>
            <pc:sldMk cId="2532827834" sldId="260"/>
            <ac:graphicFrameMk id="14" creationId="{9F6E2472-094E-C6A3-87D0-4CCCC2FE7159}"/>
          </ac:graphicFrameMkLst>
        </pc:graphicFrameChg>
        <pc:picChg chg="add del">
          <ac:chgData name="Jakub Rybacki" userId="71160f026d85cc38" providerId="LiveId" clId="{C53DBEEF-86BB-4D4B-A306-93C6A11C7CBA}" dt="2022-11-16T21:15:32.130" v="1161" actId="26606"/>
          <ac:picMkLst>
            <pc:docMk/>
            <pc:sldMk cId="2532827834" sldId="260"/>
            <ac:picMk id="5" creationId="{28E48C04-6B1D-7406-5EE0-5292B0AFA517}"/>
          </ac:picMkLst>
        </pc:picChg>
        <pc:picChg chg="add">
          <ac:chgData name="Jakub Rybacki" userId="71160f026d85cc38" providerId="LiveId" clId="{C53DBEEF-86BB-4D4B-A306-93C6A11C7CBA}" dt="2022-11-16T21:15:33.823" v="1164" actId="26606"/>
          <ac:picMkLst>
            <pc:docMk/>
            <pc:sldMk cId="2532827834" sldId="260"/>
            <ac:picMk id="17" creationId="{28E48C04-6B1D-7406-5EE0-5292B0AFA517}"/>
          </ac:picMkLst>
        </pc:picChg>
      </pc:sldChg>
      <pc:sldChg chg="addSp delSp modSp new mod setBg">
        <pc:chgData name="Jakub Rybacki" userId="71160f026d85cc38" providerId="LiveId" clId="{C53DBEEF-86BB-4D4B-A306-93C6A11C7CBA}" dt="2022-11-16T21:12:43.423" v="1106" actId="26606"/>
        <pc:sldMkLst>
          <pc:docMk/>
          <pc:sldMk cId="2695047803" sldId="261"/>
        </pc:sldMkLst>
        <pc:spChg chg="mod">
          <ac:chgData name="Jakub Rybacki" userId="71160f026d85cc38" providerId="LiveId" clId="{C53DBEEF-86BB-4D4B-A306-93C6A11C7CBA}" dt="2022-11-16T21:12:43.423" v="1106" actId="26606"/>
          <ac:spMkLst>
            <pc:docMk/>
            <pc:sldMk cId="2695047803" sldId="261"/>
            <ac:spMk id="2" creationId="{E7D9DEFD-D9BB-0497-5EAA-A1E4E4D7E0CC}"/>
          </ac:spMkLst>
        </pc:spChg>
        <pc:spChg chg="del mod">
          <ac:chgData name="Jakub Rybacki" userId="71160f026d85cc38" providerId="LiveId" clId="{C53DBEEF-86BB-4D4B-A306-93C6A11C7CBA}" dt="2022-11-16T21:12:43.423" v="1106" actId="26606"/>
          <ac:spMkLst>
            <pc:docMk/>
            <pc:sldMk cId="2695047803" sldId="261"/>
            <ac:spMk id="3" creationId="{CD7D8092-D8B5-0528-4C5A-BBCD00BAB9BC}"/>
          </ac:spMkLst>
        </pc:spChg>
        <pc:spChg chg="add">
          <ac:chgData name="Jakub Rybacki" userId="71160f026d85cc38" providerId="LiveId" clId="{C53DBEEF-86BB-4D4B-A306-93C6A11C7CBA}" dt="2022-11-16T21:12:43.423" v="1106" actId="26606"/>
          <ac:spMkLst>
            <pc:docMk/>
            <pc:sldMk cId="2695047803" sldId="261"/>
            <ac:spMk id="9" creationId="{9F4444CE-BC8D-4D61-B303-4C05614E62AB}"/>
          </ac:spMkLst>
        </pc:spChg>
        <pc:spChg chg="add">
          <ac:chgData name="Jakub Rybacki" userId="71160f026d85cc38" providerId="LiveId" clId="{C53DBEEF-86BB-4D4B-A306-93C6A11C7CBA}" dt="2022-11-16T21:12:43.423" v="1106" actId="26606"/>
          <ac:spMkLst>
            <pc:docMk/>
            <pc:sldMk cId="2695047803" sldId="261"/>
            <ac:spMk id="11" creationId="{73772B81-181F-48B7-8826-4D9686D15DF5}"/>
          </ac:spMkLst>
        </pc:spChg>
        <pc:spChg chg="add">
          <ac:chgData name="Jakub Rybacki" userId="71160f026d85cc38" providerId="LiveId" clId="{C53DBEEF-86BB-4D4B-A306-93C6A11C7CBA}" dt="2022-11-16T21:12:43.423" v="1106" actId="26606"/>
          <ac:spMkLst>
            <pc:docMk/>
            <pc:sldMk cId="2695047803" sldId="261"/>
            <ac:spMk id="13" creationId="{B2205F6E-03C6-4E92-877C-E2482F6599AA}"/>
          </ac:spMkLst>
        </pc:spChg>
        <pc:graphicFrameChg chg="add">
          <ac:chgData name="Jakub Rybacki" userId="71160f026d85cc38" providerId="LiveId" clId="{C53DBEEF-86BB-4D4B-A306-93C6A11C7CBA}" dt="2022-11-16T21:12:43.423" v="1106" actId="26606"/>
          <ac:graphicFrameMkLst>
            <pc:docMk/>
            <pc:sldMk cId="2695047803" sldId="261"/>
            <ac:graphicFrameMk id="5" creationId="{36B40411-41BB-8ECC-8490-90BFDA278D65}"/>
          </ac:graphicFrameMkLst>
        </pc:graphicFrameChg>
      </pc:sldChg>
      <pc:sldChg chg="addSp modSp new mod setBg">
        <pc:chgData name="Jakub Rybacki" userId="71160f026d85cc38" providerId="LiveId" clId="{C53DBEEF-86BB-4D4B-A306-93C6A11C7CBA}" dt="2022-11-16T21:24:17.442" v="1481" actId="26606"/>
        <pc:sldMkLst>
          <pc:docMk/>
          <pc:sldMk cId="464118273" sldId="262"/>
        </pc:sldMkLst>
        <pc:spChg chg="mo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2" creationId="{023547EF-5995-6A1A-A800-1A6CF4E8C06B}"/>
          </ac:spMkLst>
        </pc:spChg>
        <pc:spChg chg="mo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3" creationId="{D864F343-7EC2-D766-CDAE-ED2F11974F95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13" creationId="{3F088236-D655-4F88-B238-E16762358025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15" creationId="{3DAC0C92-199E-475C-9390-119A9B027276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17" creationId="{C4CFB339-0ED8-4FE2-9EF1-6D1375B8499B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19" creationId="{31896C80-2069-4431-9C19-83B913734490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21" creationId="{BF120A21-0841-4823-B0C4-28AEBCEF9B78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23" creationId="{DBB05BAE-BBD3-4289-899F-A6851503C6B0}"/>
          </ac:spMkLst>
        </pc:spChg>
        <pc:spChg chg="add">
          <ac:chgData name="Jakub Rybacki" userId="71160f026d85cc38" providerId="LiveId" clId="{C53DBEEF-86BB-4D4B-A306-93C6A11C7CBA}" dt="2022-11-16T21:24:17.442" v="1481" actId="26606"/>
          <ac:spMkLst>
            <pc:docMk/>
            <pc:sldMk cId="464118273" sldId="262"/>
            <ac:spMk id="25" creationId="{9874D11C-36F5-4BBE-A490-019A54E953B0}"/>
          </ac:spMkLst>
        </pc:spChg>
        <pc:picChg chg="add">
          <ac:chgData name="Jakub Rybacki" userId="71160f026d85cc38" providerId="LiveId" clId="{C53DBEEF-86BB-4D4B-A306-93C6A11C7CBA}" dt="2022-11-16T21:24:17.442" v="1481" actId="26606"/>
          <ac:picMkLst>
            <pc:docMk/>
            <pc:sldMk cId="464118273" sldId="262"/>
            <ac:picMk id="5" creationId="{8A5741CB-43B0-2E18-61D0-841B0A878699}"/>
          </ac:picMkLst>
        </pc:picChg>
        <pc:cxnChg chg="add">
          <ac:chgData name="Jakub Rybacki" userId="71160f026d85cc38" providerId="LiveId" clId="{C53DBEEF-86BB-4D4B-A306-93C6A11C7CBA}" dt="2022-11-16T21:24:17.442" v="1481" actId="26606"/>
          <ac:cxnSpMkLst>
            <pc:docMk/>
            <pc:sldMk cId="464118273" sldId="262"/>
            <ac:cxnSpMk id="9" creationId="{64FA5DFF-7FE6-4855-84E6-DFA78EE978BD}"/>
          </ac:cxnSpMkLst>
        </pc:cxnChg>
        <pc:cxnChg chg="add">
          <ac:chgData name="Jakub Rybacki" userId="71160f026d85cc38" providerId="LiveId" clId="{C53DBEEF-86BB-4D4B-A306-93C6A11C7CBA}" dt="2022-11-16T21:24:17.442" v="1481" actId="26606"/>
          <ac:cxnSpMkLst>
            <pc:docMk/>
            <pc:sldMk cId="464118273" sldId="262"/>
            <ac:cxnSpMk id="11" creationId="{2AFD8CBA-54A3-4363-991B-B9C631BBFA74}"/>
          </ac:cxnSpMkLst>
        </pc:cxnChg>
      </pc:sldChg>
      <pc:sldChg chg="new del">
        <pc:chgData name="Jakub Rybacki" userId="71160f026d85cc38" providerId="LiveId" clId="{C53DBEEF-86BB-4D4B-A306-93C6A11C7CBA}" dt="2022-11-16T21:24:30.707" v="1483" actId="680"/>
        <pc:sldMkLst>
          <pc:docMk/>
          <pc:sldMk cId="1065133024" sldId="263"/>
        </pc:sldMkLst>
      </pc:sldChg>
      <pc:sldChg chg="addSp delSp modSp new mod setBg setClrOvrMap">
        <pc:chgData name="Jakub Rybacki" userId="71160f026d85cc38" providerId="LiveId" clId="{C53DBEEF-86BB-4D4B-A306-93C6A11C7CBA}" dt="2022-11-16T21:32:38.425" v="1629" actId="26606"/>
        <pc:sldMkLst>
          <pc:docMk/>
          <pc:sldMk cId="4021108530" sldId="263"/>
        </pc:sldMkLst>
        <pc:spChg chg="mod">
          <ac:chgData name="Jakub Rybacki" userId="71160f026d85cc38" providerId="LiveId" clId="{C53DBEEF-86BB-4D4B-A306-93C6A11C7CBA}" dt="2022-11-16T21:32:38.425" v="1629" actId="26606"/>
          <ac:spMkLst>
            <pc:docMk/>
            <pc:sldMk cId="4021108530" sldId="263"/>
            <ac:spMk id="2" creationId="{D8AD03BE-D7A4-07B4-BE69-DA148394B9C4}"/>
          </ac:spMkLst>
        </pc:spChg>
        <pc:spChg chg="mod">
          <ac:chgData name="Jakub Rybacki" userId="71160f026d85cc38" providerId="LiveId" clId="{C53DBEEF-86BB-4D4B-A306-93C6A11C7CBA}" dt="2022-11-16T21:32:38.425" v="1629" actId="26606"/>
          <ac:spMkLst>
            <pc:docMk/>
            <pc:sldMk cId="4021108530" sldId="263"/>
            <ac:spMk id="3" creationId="{FE902537-4847-EC6D-675D-03A57681845C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13" creationId="{3F088236-D655-4F88-B238-E16762358025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15" creationId="{3DAC0C92-199E-475C-9390-119A9B027276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17" creationId="{C4CFB339-0ED8-4FE2-9EF1-6D1375B8499B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19" creationId="{31896C80-2069-4431-9C19-83B913734490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21" creationId="{BF120A21-0841-4823-B0C4-28AEBCEF9B78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23" creationId="{DBB05BAE-BBD3-4289-899F-A6851503C6B0}"/>
          </ac:spMkLst>
        </pc:spChg>
        <pc:spChg chg="add del">
          <ac:chgData name="Jakub Rybacki" userId="71160f026d85cc38" providerId="LiveId" clId="{C53DBEEF-86BB-4D4B-A306-93C6A11C7CBA}" dt="2022-11-16T21:32:38.394" v="1628" actId="26606"/>
          <ac:spMkLst>
            <pc:docMk/>
            <pc:sldMk cId="4021108530" sldId="263"/>
            <ac:spMk id="25" creationId="{9874D11C-36F5-4BBE-A490-019A54E953B0}"/>
          </ac:spMkLst>
        </pc:spChg>
        <pc:spChg chg="add">
          <ac:chgData name="Jakub Rybacki" userId="71160f026d85cc38" providerId="LiveId" clId="{C53DBEEF-86BB-4D4B-A306-93C6A11C7CBA}" dt="2022-11-16T21:32:38.425" v="1629" actId="26606"/>
          <ac:spMkLst>
            <pc:docMk/>
            <pc:sldMk cId="4021108530" sldId="263"/>
            <ac:spMk id="28" creationId="{3BCB5F6A-9EB0-40B0-9D13-3023E9A20508}"/>
          </ac:spMkLst>
        </pc:spChg>
        <pc:picChg chg="add del">
          <ac:chgData name="Jakub Rybacki" userId="71160f026d85cc38" providerId="LiveId" clId="{C53DBEEF-86BB-4D4B-A306-93C6A11C7CBA}" dt="2022-11-16T21:32:38.394" v="1628" actId="26606"/>
          <ac:picMkLst>
            <pc:docMk/>
            <pc:sldMk cId="4021108530" sldId="263"/>
            <ac:picMk id="5" creationId="{DDAFC290-BAC2-A219-4EBE-F4090FD0FF5A}"/>
          </ac:picMkLst>
        </pc:picChg>
        <pc:picChg chg="add">
          <ac:chgData name="Jakub Rybacki" userId="71160f026d85cc38" providerId="LiveId" clId="{C53DBEEF-86BB-4D4B-A306-93C6A11C7CBA}" dt="2022-11-16T21:32:38.425" v="1629" actId="26606"/>
          <ac:picMkLst>
            <pc:docMk/>
            <pc:sldMk cId="4021108530" sldId="263"/>
            <ac:picMk id="27" creationId="{149617CF-BF62-0184-6AD4-86800FDB0C9C}"/>
          </ac:picMkLst>
        </pc:picChg>
        <pc:cxnChg chg="add del">
          <ac:chgData name="Jakub Rybacki" userId="71160f026d85cc38" providerId="LiveId" clId="{C53DBEEF-86BB-4D4B-A306-93C6A11C7CBA}" dt="2022-11-16T21:32:38.394" v="1628" actId="26606"/>
          <ac:cxnSpMkLst>
            <pc:docMk/>
            <pc:sldMk cId="4021108530" sldId="263"/>
            <ac:cxnSpMk id="9" creationId="{64FA5DFF-7FE6-4855-84E6-DFA78EE978BD}"/>
          </ac:cxnSpMkLst>
        </pc:cxnChg>
        <pc:cxnChg chg="add del">
          <ac:chgData name="Jakub Rybacki" userId="71160f026d85cc38" providerId="LiveId" clId="{C53DBEEF-86BB-4D4B-A306-93C6A11C7CBA}" dt="2022-11-16T21:32:38.394" v="1628" actId="26606"/>
          <ac:cxnSpMkLst>
            <pc:docMk/>
            <pc:sldMk cId="4021108530" sldId="263"/>
            <ac:cxnSpMk id="11" creationId="{2AFD8CBA-54A3-4363-991B-B9C631BBFA74}"/>
          </ac:cxnSpMkLst>
        </pc:cxnChg>
      </pc:sldChg>
      <pc:sldChg chg="addSp modSp new mod setBg setClrOvrMap">
        <pc:chgData name="Jakub Rybacki" userId="71160f026d85cc38" providerId="LiveId" clId="{C53DBEEF-86BB-4D4B-A306-93C6A11C7CBA}" dt="2022-11-16T21:48:27.013" v="2013" actId="26606"/>
        <pc:sldMkLst>
          <pc:docMk/>
          <pc:sldMk cId="4203600722" sldId="264"/>
        </pc:sldMkLst>
        <pc:spChg chg="mod">
          <ac:chgData name="Jakub Rybacki" userId="71160f026d85cc38" providerId="LiveId" clId="{C53DBEEF-86BB-4D4B-A306-93C6A11C7CBA}" dt="2022-11-16T21:48:27.013" v="2013" actId="26606"/>
          <ac:spMkLst>
            <pc:docMk/>
            <pc:sldMk cId="4203600722" sldId="264"/>
            <ac:spMk id="2" creationId="{3833A445-F592-E52D-57C8-A49072E0792B}"/>
          </ac:spMkLst>
        </pc:spChg>
        <pc:spChg chg="mod">
          <ac:chgData name="Jakub Rybacki" userId="71160f026d85cc38" providerId="LiveId" clId="{C53DBEEF-86BB-4D4B-A306-93C6A11C7CBA}" dt="2022-11-16T21:48:27.013" v="2013" actId="26606"/>
          <ac:spMkLst>
            <pc:docMk/>
            <pc:sldMk cId="4203600722" sldId="264"/>
            <ac:spMk id="3" creationId="{9D075A68-EF8C-2A68-E2F0-069AA6833DD3}"/>
          </ac:spMkLst>
        </pc:spChg>
        <pc:spChg chg="add">
          <ac:chgData name="Jakub Rybacki" userId="71160f026d85cc38" providerId="LiveId" clId="{C53DBEEF-86BB-4D4B-A306-93C6A11C7CBA}" dt="2022-11-16T21:48:27.013" v="2013" actId="26606"/>
          <ac:spMkLst>
            <pc:docMk/>
            <pc:sldMk cId="4203600722" sldId="264"/>
            <ac:spMk id="9" creationId="{3BCB5F6A-9EB0-40B0-9D13-3023E9A20508}"/>
          </ac:spMkLst>
        </pc:spChg>
        <pc:picChg chg="add">
          <ac:chgData name="Jakub Rybacki" userId="71160f026d85cc38" providerId="LiveId" clId="{C53DBEEF-86BB-4D4B-A306-93C6A11C7CBA}" dt="2022-11-16T21:48:27.013" v="2013" actId="26606"/>
          <ac:picMkLst>
            <pc:docMk/>
            <pc:sldMk cId="4203600722" sldId="264"/>
            <ac:picMk id="5" creationId="{CCCE814E-22D3-122E-B18D-48D13BA1BA5D}"/>
          </ac:picMkLst>
        </pc:picChg>
      </pc:sldChg>
      <pc:sldChg chg="addSp modSp new mod setBg setClrOvrMap">
        <pc:chgData name="Jakub Rybacki" userId="71160f026d85cc38" providerId="LiveId" clId="{C53DBEEF-86BB-4D4B-A306-93C6A11C7CBA}" dt="2022-11-16T21:53:49.170" v="2048" actId="26606"/>
        <pc:sldMkLst>
          <pc:docMk/>
          <pc:sldMk cId="3803270207" sldId="265"/>
        </pc:sldMkLst>
        <pc:spChg chg="mod">
          <ac:chgData name="Jakub Rybacki" userId="71160f026d85cc38" providerId="LiveId" clId="{C53DBEEF-86BB-4D4B-A306-93C6A11C7CBA}" dt="2022-11-16T21:53:49.170" v="2048" actId="26606"/>
          <ac:spMkLst>
            <pc:docMk/>
            <pc:sldMk cId="3803270207" sldId="265"/>
            <ac:spMk id="2" creationId="{534C33B8-135C-5E7E-2524-47BC6E23039F}"/>
          </ac:spMkLst>
        </pc:spChg>
        <pc:spChg chg="mod">
          <ac:chgData name="Jakub Rybacki" userId="71160f026d85cc38" providerId="LiveId" clId="{C53DBEEF-86BB-4D4B-A306-93C6A11C7CBA}" dt="2022-11-16T21:53:49.170" v="2048" actId="26606"/>
          <ac:spMkLst>
            <pc:docMk/>
            <pc:sldMk cId="3803270207" sldId="265"/>
            <ac:spMk id="3" creationId="{1C51E5C1-0BB3-875F-7C25-DDCC698C8F48}"/>
          </ac:spMkLst>
        </pc:spChg>
        <pc:spChg chg="add">
          <ac:chgData name="Jakub Rybacki" userId="71160f026d85cc38" providerId="LiveId" clId="{C53DBEEF-86BB-4D4B-A306-93C6A11C7CBA}" dt="2022-11-16T21:53:49.170" v="2048" actId="26606"/>
          <ac:spMkLst>
            <pc:docMk/>
            <pc:sldMk cId="3803270207" sldId="265"/>
            <ac:spMk id="9" creationId="{3BCB5F6A-9EB0-40B0-9D13-3023E9A20508}"/>
          </ac:spMkLst>
        </pc:spChg>
        <pc:picChg chg="add">
          <ac:chgData name="Jakub Rybacki" userId="71160f026d85cc38" providerId="LiveId" clId="{C53DBEEF-86BB-4D4B-A306-93C6A11C7CBA}" dt="2022-11-16T21:53:49.170" v="2048" actId="26606"/>
          <ac:picMkLst>
            <pc:docMk/>
            <pc:sldMk cId="3803270207" sldId="265"/>
            <ac:picMk id="5" creationId="{E92B081D-43B5-677F-199B-BED8800B8B2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6F0958-14D4-4AAF-95FC-65D27D4A5C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EFE250-E69C-4F6F-8318-4D7AAB4D923C}">
      <dgm:prSet/>
      <dgm:spPr/>
      <dgm:t>
        <a:bodyPr/>
        <a:lstStyle/>
        <a:p>
          <a:pPr>
            <a:defRPr b="1"/>
          </a:pPr>
          <a:r>
            <a:rPr lang="pl-PL"/>
            <a:t>Identyfikowanie sieci relacji</a:t>
          </a:r>
          <a:endParaRPr lang="en-US"/>
        </a:p>
      </dgm:t>
    </dgm:pt>
    <dgm:pt modelId="{AD0B2550-28E8-49B3-8E06-0C818D1B6CF5}" type="parTrans" cxnId="{3AD61BBA-0FA0-49F0-A9FA-5B916E160400}">
      <dgm:prSet/>
      <dgm:spPr/>
      <dgm:t>
        <a:bodyPr/>
        <a:lstStyle/>
        <a:p>
          <a:endParaRPr lang="en-US"/>
        </a:p>
      </dgm:t>
    </dgm:pt>
    <dgm:pt modelId="{F95F0BEC-190B-41C4-AEF5-D854762A4989}" type="sibTrans" cxnId="{3AD61BBA-0FA0-49F0-A9FA-5B916E160400}">
      <dgm:prSet/>
      <dgm:spPr/>
      <dgm:t>
        <a:bodyPr/>
        <a:lstStyle/>
        <a:p>
          <a:endParaRPr lang="en-US"/>
        </a:p>
      </dgm:t>
    </dgm:pt>
    <dgm:pt modelId="{8C1DC805-BA69-437A-B0CC-AC1D93391FFA}">
      <dgm:prSet/>
      <dgm:spPr/>
      <dgm:t>
        <a:bodyPr/>
        <a:lstStyle/>
        <a:p>
          <a:pPr>
            <a:defRPr b="1"/>
          </a:pPr>
          <a:r>
            <a:rPr lang="pl-PL"/>
            <a:t>Chmury słów - Wordcloud</a:t>
          </a:r>
          <a:endParaRPr lang="en-US"/>
        </a:p>
      </dgm:t>
    </dgm:pt>
    <dgm:pt modelId="{EF81185B-F49C-4D37-9355-CAB9563E6C6F}" type="parTrans" cxnId="{BDA21D29-511D-4249-991E-BAF60FB62896}">
      <dgm:prSet/>
      <dgm:spPr/>
      <dgm:t>
        <a:bodyPr/>
        <a:lstStyle/>
        <a:p>
          <a:endParaRPr lang="en-US"/>
        </a:p>
      </dgm:t>
    </dgm:pt>
    <dgm:pt modelId="{9F6028DC-FF04-4430-9564-938F0FA559F8}" type="sibTrans" cxnId="{BDA21D29-511D-4249-991E-BAF60FB62896}">
      <dgm:prSet/>
      <dgm:spPr/>
      <dgm:t>
        <a:bodyPr/>
        <a:lstStyle/>
        <a:p>
          <a:endParaRPr lang="en-US"/>
        </a:p>
      </dgm:t>
    </dgm:pt>
    <dgm:pt modelId="{D282FDDE-12CB-4DBC-908E-2D04C4CAC711}">
      <dgm:prSet/>
      <dgm:spPr/>
      <dgm:t>
        <a:bodyPr/>
        <a:lstStyle/>
        <a:p>
          <a:pPr>
            <a:defRPr b="1"/>
          </a:pPr>
          <a:r>
            <a:rPr lang="pl-PL"/>
            <a:t>Techniki text – mining:</a:t>
          </a:r>
          <a:endParaRPr lang="en-US"/>
        </a:p>
      </dgm:t>
    </dgm:pt>
    <dgm:pt modelId="{8C9BAB20-6767-451B-BEAB-8005B29B4BD9}" type="parTrans" cxnId="{AECDAFBE-25AF-4F95-B645-19EF8E2792E7}">
      <dgm:prSet/>
      <dgm:spPr/>
      <dgm:t>
        <a:bodyPr/>
        <a:lstStyle/>
        <a:p>
          <a:endParaRPr lang="en-US"/>
        </a:p>
      </dgm:t>
    </dgm:pt>
    <dgm:pt modelId="{7E8A0E90-2F69-451D-AC1D-13BDBCAA58D3}" type="sibTrans" cxnId="{AECDAFBE-25AF-4F95-B645-19EF8E2792E7}">
      <dgm:prSet/>
      <dgm:spPr/>
      <dgm:t>
        <a:bodyPr/>
        <a:lstStyle/>
        <a:p>
          <a:endParaRPr lang="en-US"/>
        </a:p>
      </dgm:t>
    </dgm:pt>
    <dgm:pt modelId="{67FFD8DC-9F89-4B8E-BC86-EA3C1F47441E}">
      <dgm:prSet/>
      <dgm:spPr/>
      <dgm:t>
        <a:bodyPr/>
        <a:lstStyle/>
        <a:p>
          <a:r>
            <a:rPr lang="pl-PL" dirty="0"/>
            <a:t>Modelowanie tematów </a:t>
          </a:r>
          <a:endParaRPr lang="en-US" dirty="0"/>
        </a:p>
      </dgm:t>
    </dgm:pt>
    <dgm:pt modelId="{EE975D9B-E777-49BC-B741-D4DFE1361670}" type="parTrans" cxnId="{0D90B799-37A5-4701-882B-E33C927F79C7}">
      <dgm:prSet/>
      <dgm:spPr/>
      <dgm:t>
        <a:bodyPr/>
        <a:lstStyle/>
        <a:p>
          <a:endParaRPr lang="en-US"/>
        </a:p>
      </dgm:t>
    </dgm:pt>
    <dgm:pt modelId="{24F354DC-2402-4EE6-9DDD-07C00E791C81}" type="sibTrans" cxnId="{0D90B799-37A5-4701-882B-E33C927F79C7}">
      <dgm:prSet/>
      <dgm:spPr/>
      <dgm:t>
        <a:bodyPr/>
        <a:lstStyle/>
        <a:p>
          <a:endParaRPr lang="en-US"/>
        </a:p>
      </dgm:t>
    </dgm:pt>
    <dgm:pt modelId="{BE108753-1C1F-43D7-88DD-FBD09EF15876}">
      <dgm:prSet/>
      <dgm:spPr/>
      <dgm:t>
        <a:bodyPr/>
        <a:lstStyle/>
        <a:p>
          <a:r>
            <a:rPr lang="pl-PL"/>
            <a:t>Analiza emocji związanych z tekstem </a:t>
          </a:r>
          <a:endParaRPr lang="en-US"/>
        </a:p>
      </dgm:t>
    </dgm:pt>
    <dgm:pt modelId="{0A8990DF-CF94-462F-8EB3-1300B6CD2D39}" type="parTrans" cxnId="{06804224-DE10-4086-A07C-A39F523ED77F}">
      <dgm:prSet/>
      <dgm:spPr/>
      <dgm:t>
        <a:bodyPr/>
        <a:lstStyle/>
        <a:p>
          <a:endParaRPr lang="en-US"/>
        </a:p>
      </dgm:t>
    </dgm:pt>
    <dgm:pt modelId="{A32277AB-D3F5-4A1A-BFE7-CE5009EDAFC5}" type="sibTrans" cxnId="{06804224-DE10-4086-A07C-A39F523ED77F}">
      <dgm:prSet/>
      <dgm:spPr/>
      <dgm:t>
        <a:bodyPr/>
        <a:lstStyle/>
        <a:p>
          <a:endParaRPr lang="en-US"/>
        </a:p>
      </dgm:t>
    </dgm:pt>
    <dgm:pt modelId="{AFF435D6-ED23-4D88-B65A-9F234374FD3D}" type="pres">
      <dgm:prSet presAssocID="{466F0958-14D4-4AAF-95FC-65D27D4A5C5A}" presName="root" presStyleCnt="0">
        <dgm:presLayoutVars>
          <dgm:dir/>
          <dgm:resizeHandles val="exact"/>
        </dgm:presLayoutVars>
      </dgm:prSet>
      <dgm:spPr/>
    </dgm:pt>
    <dgm:pt modelId="{CEB0A5E1-BD93-411C-87FF-48C766EC4597}" type="pres">
      <dgm:prSet presAssocID="{55EFE250-E69C-4F6F-8318-4D7AAB4D923C}" presName="compNode" presStyleCnt="0"/>
      <dgm:spPr/>
    </dgm:pt>
    <dgm:pt modelId="{38B6F77B-4536-4F88-A329-B64E18CEF52A}" type="pres">
      <dgm:prSet presAssocID="{55EFE250-E69C-4F6F-8318-4D7AAB4D923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018F8E18-2E4C-4E18-8B28-EC33B2F0CC07}" type="pres">
      <dgm:prSet presAssocID="{55EFE250-E69C-4F6F-8318-4D7AAB4D923C}" presName="iconSpace" presStyleCnt="0"/>
      <dgm:spPr/>
    </dgm:pt>
    <dgm:pt modelId="{CF7F1BB6-340C-4D36-8D15-9C08975EC98F}" type="pres">
      <dgm:prSet presAssocID="{55EFE250-E69C-4F6F-8318-4D7AAB4D923C}" presName="parTx" presStyleLbl="revTx" presStyleIdx="0" presStyleCnt="6">
        <dgm:presLayoutVars>
          <dgm:chMax val="0"/>
          <dgm:chPref val="0"/>
        </dgm:presLayoutVars>
      </dgm:prSet>
      <dgm:spPr/>
    </dgm:pt>
    <dgm:pt modelId="{90D5C48D-26F4-4A18-9A84-508D909B2888}" type="pres">
      <dgm:prSet presAssocID="{55EFE250-E69C-4F6F-8318-4D7AAB4D923C}" presName="txSpace" presStyleCnt="0"/>
      <dgm:spPr/>
    </dgm:pt>
    <dgm:pt modelId="{EF2A8163-850A-46B7-8844-A37ADD30699E}" type="pres">
      <dgm:prSet presAssocID="{55EFE250-E69C-4F6F-8318-4D7AAB4D923C}" presName="desTx" presStyleLbl="revTx" presStyleIdx="1" presStyleCnt="6">
        <dgm:presLayoutVars/>
      </dgm:prSet>
      <dgm:spPr/>
    </dgm:pt>
    <dgm:pt modelId="{58676EA1-5F1A-4F31-A612-50E4E94F77B6}" type="pres">
      <dgm:prSet presAssocID="{F95F0BEC-190B-41C4-AEF5-D854762A4989}" presName="sibTrans" presStyleCnt="0"/>
      <dgm:spPr/>
    </dgm:pt>
    <dgm:pt modelId="{844A7855-2705-4FB7-9872-534B8B7B7D40}" type="pres">
      <dgm:prSet presAssocID="{8C1DC805-BA69-437A-B0CC-AC1D93391FFA}" presName="compNode" presStyleCnt="0"/>
      <dgm:spPr/>
    </dgm:pt>
    <dgm:pt modelId="{93D241FB-23BA-47AE-A25C-22C92B185ABA}" type="pres">
      <dgm:prSet presAssocID="{8C1DC805-BA69-437A-B0CC-AC1D93391F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4386D5B4-E42A-4974-8F37-518A9772301F}" type="pres">
      <dgm:prSet presAssocID="{8C1DC805-BA69-437A-B0CC-AC1D93391FFA}" presName="iconSpace" presStyleCnt="0"/>
      <dgm:spPr/>
    </dgm:pt>
    <dgm:pt modelId="{BDEF2407-75D0-4B27-B050-1C7423C0C2AD}" type="pres">
      <dgm:prSet presAssocID="{8C1DC805-BA69-437A-B0CC-AC1D93391FFA}" presName="parTx" presStyleLbl="revTx" presStyleIdx="2" presStyleCnt="6">
        <dgm:presLayoutVars>
          <dgm:chMax val="0"/>
          <dgm:chPref val="0"/>
        </dgm:presLayoutVars>
      </dgm:prSet>
      <dgm:spPr/>
    </dgm:pt>
    <dgm:pt modelId="{B34CB382-A505-4F02-953C-6F1F117D6374}" type="pres">
      <dgm:prSet presAssocID="{8C1DC805-BA69-437A-B0CC-AC1D93391FFA}" presName="txSpace" presStyleCnt="0"/>
      <dgm:spPr/>
    </dgm:pt>
    <dgm:pt modelId="{3C2C1663-B9AE-4CEB-B401-68970EBD3B1B}" type="pres">
      <dgm:prSet presAssocID="{8C1DC805-BA69-437A-B0CC-AC1D93391FFA}" presName="desTx" presStyleLbl="revTx" presStyleIdx="3" presStyleCnt="6">
        <dgm:presLayoutVars/>
      </dgm:prSet>
      <dgm:spPr/>
    </dgm:pt>
    <dgm:pt modelId="{D5A93BDE-B062-4032-B816-678654BD0086}" type="pres">
      <dgm:prSet presAssocID="{9F6028DC-FF04-4430-9564-938F0FA559F8}" presName="sibTrans" presStyleCnt="0"/>
      <dgm:spPr/>
    </dgm:pt>
    <dgm:pt modelId="{A6E60211-40E9-44FA-890E-22533C0225FF}" type="pres">
      <dgm:prSet presAssocID="{D282FDDE-12CB-4DBC-908E-2D04C4CAC711}" presName="compNode" presStyleCnt="0"/>
      <dgm:spPr/>
    </dgm:pt>
    <dgm:pt modelId="{4B2328F1-5D47-4E8D-88B3-D7D7DCC566C0}" type="pres">
      <dgm:prSet presAssocID="{D282FDDE-12CB-4DBC-908E-2D04C4CAC7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492924D-E0FA-44C2-8BD1-09225F3C11C4}" type="pres">
      <dgm:prSet presAssocID="{D282FDDE-12CB-4DBC-908E-2D04C4CAC711}" presName="iconSpace" presStyleCnt="0"/>
      <dgm:spPr/>
    </dgm:pt>
    <dgm:pt modelId="{59DC74D4-DB6E-46FD-8CE4-C0D053B6E59D}" type="pres">
      <dgm:prSet presAssocID="{D282FDDE-12CB-4DBC-908E-2D04C4CAC711}" presName="parTx" presStyleLbl="revTx" presStyleIdx="4" presStyleCnt="6">
        <dgm:presLayoutVars>
          <dgm:chMax val="0"/>
          <dgm:chPref val="0"/>
        </dgm:presLayoutVars>
      </dgm:prSet>
      <dgm:spPr/>
    </dgm:pt>
    <dgm:pt modelId="{8DC4A05B-6113-4E9C-8DCC-0738A48DC07B}" type="pres">
      <dgm:prSet presAssocID="{D282FDDE-12CB-4DBC-908E-2D04C4CAC711}" presName="txSpace" presStyleCnt="0"/>
      <dgm:spPr/>
    </dgm:pt>
    <dgm:pt modelId="{925FA6F0-8ED5-4D3A-8BB4-221F7F9EA302}" type="pres">
      <dgm:prSet presAssocID="{D282FDDE-12CB-4DBC-908E-2D04C4CAC711}" presName="desTx" presStyleLbl="revTx" presStyleIdx="5" presStyleCnt="6">
        <dgm:presLayoutVars/>
      </dgm:prSet>
      <dgm:spPr/>
    </dgm:pt>
  </dgm:ptLst>
  <dgm:cxnLst>
    <dgm:cxn modelId="{EF0FA806-D348-4D52-9DDE-8EAEBA1C58D6}" type="presOf" srcId="{D282FDDE-12CB-4DBC-908E-2D04C4CAC711}" destId="{59DC74D4-DB6E-46FD-8CE4-C0D053B6E59D}" srcOrd="0" destOrd="0" presId="urn:microsoft.com/office/officeart/2018/5/layout/CenteredIconLabelDescriptionList"/>
    <dgm:cxn modelId="{E7ED6620-DA43-4049-BA05-7164EDAC50E9}" type="presOf" srcId="{BE108753-1C1F-43D7-88DD-FBD09EF15876}" destId="{925FA6F0-8ED5-4D3A-8BB4-221F7F9EA302}" srcOrd="0" destOrd="1" presId="urn:microsoft.com/office/officeart/2018/5/layout/CenteredIconLabelDescriptionList"/>
    <dgm:cxn modelId="{06804224-DE10-4086-A07C-A39F523ED77F}" srcId="{D282FDDE-12CB-4DBC-908E-2D04C4CAC711}" destId="{BE108753-1C1F-43D7-88DD-FBD09EF15876}" srcOrd="1" destOrd="0" parTransId="{0A8990DF-CF94-462F-8EB3-1300B6CD2D39}" sibTransId="{A32277AB-D3F5-4A1A-BFE7-CE5009EDAFC5}"/>
    <dgm:cxn modelId="{BDA21D29-511D-4249-991E-BAF60FB62896}" srcId="{466F0958-14D4-4AAF-95FC-65D27D4A5C5A}" destId="{8C1DC805-BA69-437A-B0CC-AC1D93391FFA}" srcOrd="1" destOrd="0" parTransId="{EF81185B-F49C-4D37-9355-CAB9563E6C6F}" sibTransId="{9F6028DC-FF04-4430-9564-938F0FA559F8}"/>
    <dgm:cxn modelId="{8A190931-80FD-4FFA-91AE-DDA0C1F91027}" type="presOf" srcId="{8C1DC805-BA69-437A-B0CC-AC1D93391FFA}" destId="{BDEF2407-75D0-4B27-B050-1C7423C0C2AD}" srcOrd="0" destOrd="0" presId="urn:microsoft.com/office/officeart/2018/5/layout/CenteredIconLabelDescriptionList"/>
    <dgm:cxn modelId="{0D90B799-37A5-4701-882B-E33C927F79C7}" srcId="{D282FDDE-12CB-4DBC-908E-2D04C4CAC711}" destId="{67FFD8DC-9F89-4B8E-BC86-EA3C1F47441E}" srcOrd="0" destOrd="0" parTransId="{EE975D9B-E777-49BC-B741-D4DFE1361670}" sibTransId="{24F354DC-2402-4EE6-9DDD-07C00E791C81}"/>
    <dgm:cxn modelId="{27A82A9A-20E8-40FB-AB66-4D08A901102A}" type="presOf" srcId="{67FFD8DC-9F89-4B8E-BC86-EA3C1F47441E}" destId="{925FA6F0-8ED5-4D3A-8BB4-221F7F9EA302}" srcOrd="0" destOrd="0" presId="urn:microsoft.com/office/officeart/2018/5/layout/CenteredIconLabelDescriptionList"/>
    <dgm:cxn modelId="{F155DFA1-1088-4C86-A7AE-258CE3A65C6B}" type="presOf" srcId="{55EFE250-E69C-4F6F-8318-4D7AAB4D923C}" destId="{CF7F1BB6-340C-4D36-8D15-9C08975EC98F}" srcOrd="0" destOrd="0" presId="urn:microsoft.com/office/officeart/2018/5/layout/CenteredIconLabelDescriptionList"/>
    <dgm:cxn modelId="{3AD61BBA-0FA0-49F0-A9FA-5B916E160400}" srcId="{466F0958-14D4-4AAF-95FC-65D27D4A5C5A}" destId="{55EFE250-E69C-4F6F-8318-4D7AAB4D923C}" srcOrd="0" destOrd="0" parTransId="{AD0B2550-28E8-49B3-8E06-0C818D1B6CF5}" sibTransId="{F95F0BEC-190B-41C4-AEF5-D854762A4989}"/>
    <dgm:cxn modelId="{AECDAFBE-25AF-4F95-B645-19EF8E2792E7}" srcId="{466F0958-14D4-4AAF-95FC-65D27D4A5C5A}" destId="{D282FDDE-12CB-4DBC-908E-2D04C4CAC711}" srcOrd="2" destOrd="0" parTransId="{8C9BAB20-6767-451B-BEAB-8005B29B4BD9}" sibTransId="{7E8A0E90-2F69-451D-AC1D-13BDBCAA58D3}"/>
    <dgm:cxn modelId="{A14496ED-9B67-473E-A7B9-A2E2F04C9082}" type="presOf" srcId="{466F0958-14D4-4AAF-95FC-65D27D4A5C5A}" destId="{AFF435D6-ED23-4D88-B65A-9F234374FD3D}" srcOrd="0" destOrd="0" presId="urn:microsoft.com/office/officeart/2018/5/layout/CenteredIconLabelDescriptionList"/>
    <dgm:cxn modelId="{8D15A12B-63D3-4471-A859-84AFD775CFBE}" type="presParOf" srcId="{AFF435D6-ED23-4D88-B65A-9F234374FD3D}" destId="{CEB0A5E1-BD93-411C-87FF-48C766EC4597}" srcOrd="0" destOrd="0" presId="urn:microsoft.com/office/officeart/2018/5/layout/CenteredIconLabelDescriptionList"/>
    <dgm:cxn modelId="{33597B72-23A1-451E-A3F4-D7EFE7C23715}" type="presParOf" srcId="{CEB0A5E1-BD93-411C-87FF-48C766EC4597}" destId="{38B6F77B-4536-4F88-A329-B64E18CEF52A}" srcOrd="0" destOrd="0" presId="urn:microsoft.com/office/officeart/2018/5/layout/CenteredIconLabelDescriptionList"/>
    <dgm:cxn modelId="{104B1E63-E437-4699-B5DC-B4225CB14BA8}" type="presParOf" srcId="{CEB0A5E1-BD93-411C-87FF-48C766EC4597}" destId="{018F8E18-2E4C-4E18-8B28-EC33B2F0CC07}" srcOrd="1" destOrd="0" presId="urn:microsoft.com/office/officeart/2018/5/layout/CenteredIconLabelDescriptionList"/>
    <dgm:cxn modelId="{D1351983-D29C-45A6-BEDA-4A7A7D2DDDBF}" type="presParOf" srcId="{CEB0A5E1-BD93-411C-87FF-48C766EC4597}" destId="{CF7F1BB6-340C-4D36-8D15-9C08975EC98F}" srcOrd="2" destOrd="0" presId="urn:microsoft.com/office/officeart/2018/5/layout/CenteredIconLabelDescriptionList"/>
    <dgm:cxn modelId="{02A44F32-0C87-451D-ADB3-00201B497A07}" type="presParOf" srcId="{CEB0A5E1-BD93-411C-87FF-48C766EC4597}" destId="{90D5C48D-26F4-4A18-9A84-508D909B2888}" srcOrd="3" destOrd="0" presId="urn:microsoft.com/office/officeart/2018/5/layout/CenteredIconLabelDescriptionList"/>
    <dgm:cxn modelId="{C8B39E91-6A16-4690-87D5-538531817EC2}" type="presParOf" srcId="{CEB0A5E1-BD93-411C-87FF-48C766EC4597}" destId="{EF2A8163-850A-46B7-8844-A37ADD30699E}" srcOrd="4" destOrd="0" presId="urn:microsoft.com/office/officeart/2018/5/layout/CenteredIconLabelDescriptionList"/>
    <dgm:cxn modelId="{F6615707-6425-441E-AE78-F08D67F2CEB4}" type="presParOf" srcId="{AFF435D6-ED23-4D88-B65A-9F234374FD3D}" destId="{58676EA1-5F1A-4F31-A612-50E4E94F77B6}" srcOrd="1" destOrd="0" presId="urn:microsoft.com/office/officeart/2018/5/layout/CenteredIconLabelDescriptionList"/>
    <dgm:cxn modelId="{2782F177-252D-4BD8-9447-E44FDE9F6E4F}" type="presParOf" srcId="{AFF435D6-ED23-4D88-B65A-9F234374FD3D}" destId="{844A7855-2705-4FB7-9872-534B8B7B7D40}" srcOrd="2" destOrd="0" presId="urn:microsoft.com/office/officeart/2018/5/layout/CenteredIconLabelDescriptionList"/>
    <dgm:cxn modelId="{89747630-9862-41CD-A284-72312C259628}" type="presParOf" srcId="{844A7855-2705-4FB7-9872-534B8B7B7D40}" destId="{93D241FB-23BA-47AE-A25C-22C92B185ABA}" srcOrd="0" destOrd="0" presId="urn:microsoft.com/office/officeart/2018/5/layout/CenteredIconLabelDescriptionList"/>
    <dgm:cxn modelId="{07ABA856-4768-44B8-A0A4-102572EE1345}" type="presParOf" srcId="{844A7855-2705-4FB7-9872-534B8B7B7D40}" destId="{4386D5B4-E42A-4974-8F37-518A9772301F}" srcOrd="1" destOrd="0" presId="urn:microsoft.com/office/officeart/2018/5/layout/CenteredIconLabelDescriptionList"/>
    <dgm:cxn modelId="{62BBB40E-8F9E-4B4D-9D5E-53B0EBF1365C}" type="presParOf" srcId="{844A7855-2705-4FB7-9872-534B8B7B7D40}" destId="{BDEF2407-75D0-4B27-B050-1C7423C0C2AD}" srcOrd="2" destOrd="0" presId="urn:microsoft.com/office/officeart/2018/5/layout/CenteredIconLabelDescriptionList"/>
    <dgm:cxn modelId="{6A9165B6-AA81-4AF9-9011-D75B60AB940A}" type="presParOf" srcId="{844A7855-2705-4FB7-9872-534B8B7B7D40}" destId="{B34CB382-A505-4F02-953C-6F1F117D6374}" srcOrd="3" destOrd="0" presId="urn:microsoft.com/office/officeart/2018/5/layout/CenteredIconLabelDescriptionList"/>
    <dgm:cxn modelId="{6A1381FC-2F06-43BA-A31C-D4AC938CB545}" type="presParOf" srcId="{844A7855-2705-4FB7-9872-534B8B7B7D40}" destId="{3C2C1663-B9AE-4CEB-B401-68970EBD3B1B}" srcOrd="4" destOrd="0" presId="urn:microsoft.com/office/officeart/2018/5/layout/CenteredIconLabelDescriptionList"/>
    <dgm:cxn modelId="{7FA485D4-27CD-4F4F-A950-22F3826EC4E5}" type="presParOf" srcId="{AFF435D6-ED23-4D88-B65A-9F234374FD3D}" destId="{D5A93BDE-B062-4032-B816-678654BD0086}" srcOrd="3" destOrd="0" presId="urn:microsoft.com/office/officeart/2018/5/layout/CenteredIconLabelDescriptionList"/>
    <dgm:cxn modelId="{908506D7-8260-45F3-89D2-DE6EAABE9DB8}" type="presParOf" srcId="{AFF435D6-ED23-4D88-B65A-9F234374FD3D}" destId="{A6E60211-40E9-44FA-890E-22533C0225FF}" srcOrd="4" destOrd="0" presId="urn:microsoft.com/office/officeart/2018/5/layout/CenteredIconLabelDescriptionList"/>
    <dgm:cxn modelId="{B07827B3-4390-42D6-8198-2552F177547B}" type="presParOf" srcId="{A6E60211-40E9-44FA-890E-22533C0225FF}" destId="{4B2328F1-5D47-4E8D-88B3-D7D7DCC566C0}" srcOrd="0" destOrd="0" presId="urn:microsoft.com/office/officeart/2018/5/layout/CenteredIconLabelDescriptionList"/>
    <dgm:cxn modelId="{1E37915B-213E-48E0-B513-687A2039535C}" type="presParOf" srcId="{A6E60211-40E9-44FA-890E-22533C0225FF}" destId="{9492924D-E0FA-44C2-8BD1-09225F3C11C4}" srcOrd="1" destOrd="0" presId="urn:microsoft.com/office/officeart/2018/5/layout/CenteredIconLabelDescriptionList"/>
    <dgm:cxn modelId="{05E166A5-8368-4275-82AD-403E20955AC3}" type="presParOf" srcId="{A6E60211-40E9-44FA-890E-22533C0225FF}" destId="{59DC74D4-DB6E-46FD-8CE4-C0D053B6E59D}" srcOrd="2" destOrd="0" presId="urn:microsoft.com/office/officeart/2018/5/layout/CenteredIconLabelDescriptionList"/>
    <dgm:cxn modelId="{322A26F6-B079-4254-9A09-1622D4D6A0A4}" type="presParOf" srcId="{A6E60211-40E9-44FA-890E-22533C0225FF}" destId="{8DC4A05B-6113-4E9C-8DCC-0738A48DC07B}" srcOrd="3" destOrd="0" presId="urn:microsoft.com/office/officeart/2018/5/layout/CenteredIconLabelDescriptionList"/>
    <dgm:cxn modelId="{9A952E8F-7648-4E63-BFC3-7B91A56C8321}" type="presParOf" srcId="{A6E60211-40E9-44FA-890E-22533C0225FF}" destId="{925FA6F0-8ED5-4D3A-8BB4-221F7F9EA30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6F77B-4536-4F88-A329-B64E18CEF52A}">
      <dsp:nvSpPr>
        <dsp:cNvPr id="0" name=""/>
        <dsp:cNvSpPr/>
      </dsp:nvSpPr>
      <dsp:spPr>
        <a:xfrm>
          <a:off x="936253" y="1057349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F1BB6-340C-4D36-8D15-9C08975EC98F}">
      <dsp:nvSpPr>
        <dsp:cNvPr id="0" name=""/>
        <dsp:cNvSpPr/>
      </dsp:nvSpPr>
      <dsp:spPr>
        <a:xfrm>
          <a:off x="3910" y="2146499"/>
          <a:ext cx="2868750" cy="43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kern="1200"/>
            <a:t>Identyfikowanie sieci relacji</a:t>
          </a:r>
          <a:endParaRPr lang="en-US" sz="1700" kern="1200"/>
        </a:p>
      </dsp:txBody>
      <dsp:txXfrm>
        <a:off x="3910" y="2146499"/>
        <a:ext cx="2868750" cy="430312"/>
      </dsp:txXfrm>
    </dsp:sp>
    <dsp:sp modelId="{EF2A8163-850A-46B7-8844-A37ADD30699E}">
      <dsp:nvSpPr>
        <dsp:cNvPr id="0" name=""/>
        <dsp:cNvSpPr/>
      </dsp:nvSpPr>
      <dsp:spPr>
        <a:xfrm>
          <a:off x="3910" y="2616387"/>
          <a:ext cx="2868750" cy="419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D241FB-23BA-47AE-A25C-22C92B185ABA}">
      <dsp:nvSpPr>
        <dsp:cNvPr id="0" name=""/>
        <dsp:cNvSpPr/>
      </dsp:nvSpPr>
      <dsp:spPr>
        <a:xfrm>
          <a:off x="4307035" y="1057349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F2407-75D0-4B27-B050-1C7423C0C2AD}">
      <dsp:nvSpPr>
        <dsp:cNvPr id="0" name=""/>
        <dsp:cNvSpPr/>
      </dsp:nvSpPr>
      <dsp:spPr>
        <a:xfrm>
          <a:off x="3374691" y="2146499"/>
          <a:ext cx="2868750" cy="43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kern="1200"/>
            <a:t>Chmury słów - Wordcloud</a:t>
          </a:r>
          <a:endParaRPr lang="en-US" sz="1700" kern="1200"/>
        </a:p>
      </dsp:txBody>
      <dsp:txXfrm>
        <a:off x="3374691" y="2146499"/>
        <a:ext cx="2868750" cy="430312"/>
      </dsp:txXfrm>
    </dsp:sp>
    <dsp:sp modelId="{3C2C1663-B9AE-4CEB-B401-68970EBD3B1B}">
      <dsp:nvSpPr>
        <dsp:cNvPr id="0" name=""/>
        <dsp:cNvSpPr/>
      </dsp:nvSpPr>
      <dsp:spPr>
        <a:xfrm>
          <a:off x="3374691" y="2616387"/>
          <a:ext cx="2868750" cy="419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2328F1-5D47-4E8D-88B3-D7D7DCC566C0}">
      <dsp:nvSpPr>
        <dsp:cNvPr id="0" name=""/>
        <dsp:cNvSpPr/>
      </dsp:nvSpPr>
      <dsp:spPr>
        <a:xfrm>
          <a:off x="7677816" y="1057349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C74D4-DB6E-46FD-8CE4-C0D053B6E59D}">
      <dsp:nvSpPr>
        <dsp:cNvPr id="0" name=""/>
        <dsp:cNvSpPr/>
      </dsp:nvSpPr>
      <dsp:spPr>
        <a:xfrm>
          <a:off x="6745472" y="2146499"/>
          <a:ext cx="2868750" cy="43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kern="1200"/>
            <a:t>Techniki text – mining:</a:t>
          </a:r>
          <a:endParaRPr lang="en-US" sz="1700" kern="1200"/>
        </a:p>
      </dsp:txBody>
      <dsp:txXfrm>
        <a:off x="6745472" y="2146499"/>
        <a:ext cx="2868750" cy="430312"/>
      </dsp:txXfrm>
    </dsp:sp>
    <dsp:sp modelId="{925FA6F0-8ED5-4D3A-8BB4-221F7F9EA302}">
      <dsp:nvSpPr>
        <dsp:cNvPr id="0" name=""/>
        <dsp:cNvSpPr/>
      </dsp:nvSpPr>
      <dsp:spPr>
        <a:xfrm>
          <a:off x="6745472" y="2616387"/>
          <a:ext cx="2868750" cy="419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Modelowanie tematów </a:t>
          </a: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Analiza emocji związanych z tekstem </a:t>
          </a:r>
          <a:endParaRPr lang="en-US" sz="1300" kern="1200"/>
        </a:p>
      </dsp:txBody>
      <dsp:txXfrm>
        <a:off x="6745472" y="2616387"/>
        <a:ext cx="2868750" cy="419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64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57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96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25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2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18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69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79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30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91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72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074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74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159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225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10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39AB1-5F4C-437A-846A-5E5AEA65A1AA}" type="datetimeFigureOut">
              <a:rPr lang="en-GB" smtClean="0"/>
              <a:t>16/11/2022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1632F5-31EB-4974-B95E-849C5A72B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43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apor.org/Education-Resources/Reports/Social-Media-in-Public-Opinion-Research.aspx#4.0%20CURRENT%20USES%20AND%20EVALUATIONS%20OF%20SOCIAL%20MEDIA%20IN%20RESEARCH" TargetMode="External"/><Relationship Id="rId5" Type="http://schemas.openxmlformats.org/officeDocument/2006/relationships/hyperlink" Target="https://www.aapor.org/Education-Resources/Reports.aspx" TargetMode="External"/><Relationship Id="rId4" Type="http://schemas.openxmlformats.org/officeDocument/2006/relationships/hyperlink" Target="https://www.aapor.org/Education-Resources/Reports/Social-Media-in-Public-Opinion-Research.aspx#4.2%20Study%20Recruitmen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2rc5eolYiY" TargetMode="External"/><Relationship Id="rId2" Type="http://schemas.openxmlformats.org/officeDocument/2006/relationships/hyperlink" Target="https://www.youtube.com/watch?v=F8axfYomJn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82gvY0d55f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mturk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trends.google.pl/trends/?geo=P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2803-3961-8ABB-A018-661ABCE288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Social</a:t>
            </a:r>
            <a:r>
              <a:rPr lang="pl-PL" dirty="0"/>
              <a:t> media w badaniach sondażowych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4CC78-80EF-E5A5-E62E-F769F5221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9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6AF0E-7816-9A92-DE11-99166F98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Źródło </a:t>
            </a:r>
            <a:endParaRPr lang="en-GB">
              <a:solidFill>
                <a:srgbClr val="FFFFFF"/>
              </a:solidFill>
            </a:endParaRPr>
          </a:p>
        </p:txBody>
      </p:sp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10632D21-A3AF-F04D-E789-D29DBD5C1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A07A-45D9-274C-DF3A-8A898F866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GB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American Association for Public Opinion Research</a:t>
            </a:r>
            <a:r>
              <a:rPr lang="pl-PL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l-PL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  <a:hlinkClick r:id="rId4"/>
              </a:rPr>
              <a:t>–</a:t>
            </a:r>
            <a:r>
              <a:rPr lang="pl-PL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l-PL" b="0" i="0" u="none" strike="noStrike" dirty="0">
                <a:solidFill>
                  <a:srgbClr val="FFFFFF"/>
                </a:solidFill>
                <a:effectLst/>
                <a:latin typeface="Open Sans" panose="020B0606030504020204" pitchFamily="34" charset="0"/>
                <a:hlinkClick r:id="rId5"/>
              </a:rPr>
              <a:t>Raporty</a:t>
            </a:r>
            <a:endParaRPr lang="pl-PL" b="0" i="0" u="none" strike="noStrike" dirty="0">
              <a:solidFill>
                <a:srgbClr val="FFFFFF"/>
              </a:solidFill>
              <a:effectLst/>
              <a:latin typeface="Open Sans" panose="020B0606030504020204" pitchFamily="34" charset="0"/>
            </a:endParaRPr>
          </a:p>
          <a:p>
            <a:endParaRPr lang="pl-PL" dirty="0">
              <a:solidFill>
                <a:srgbClr val="FFFFFF"/>
              </a:solidFill>
              <a:latin typeface="Open Sans" panose="020B0606030504020204" pitchFamily="34" charset="0"/>
              <a:hlinkClick r:id="rId4"/>
            </a:endParaRPr>
          </a:p>
          <a:p>
            <a:r>
              <a:rPr lang="pl-PL" dirty="0">
                <a:solidFill>
                  <a:srgbClr val="FFFFFF"/>
                </a:solidFill>
                <a:latin typeface="Open Sans" panose="020B0606030504020204" pitchFamily="34" charset="0"/>
                <a:hlinkClick r:id="rId6"/>
              </a:rPr>
              <a:t>Raport – wykorzystanie </a:t>
            </a:r>
            <a:r>
              <a:rPr lang="pl-PL" dirty="0" err="1">
                <a:solidFill>
                  <a:srgbClr val="FFFFFF"/>
                </a:solidFill>
                <a:latin typeface="Open Sans" panose="020B0606030504020204" pitchFamily="34" charset="0"/>
                <a:hlinkClick r:id="rId6"/>
              </a:rPr>
              <a:t>Social</a:t>
            </a:r>
            <a:r>
              <a:rPr lang="pl-PL" dirty="0">
                <a:solidFill>
                  <a:srgbClr val="FFFFFF"/>
                </a:solidFill>
                <a:latin typeface="Open Sans" panose="020B0606030504020204" pitchFamily="34" charset="0"/>
                <a:hlinkClick r:id="rId6"/>
              </a:rPr>
              <a:t> Media w badaniach </a:t>
            </a:r>
            <a:endParaRPr lang="pl-PL" dirty="0">
              <a:solidFill>
                <a:srgbClr val="FFFFFF"/>
              </a:solidFill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249635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C3393-5913-3A2B-41EB-EC749AA15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dirty="0" err="1"/>
              <a:t>Netnografia</a:t>
            </a:r>
            <a:r>
              <a:rPr lang="pl-PL" dirty="0"/>
              <a:t> – </a:t>
            </a:r>
            <a:r>
              <a:rPr lang="pl-PL" dirty="0" err="1"/>
              <a:t>desk</a:t>
            </a:r>
            <a:r>
              <a:rPr lang="pl-PL" dirty="0"/>
              <a:t> </a:t>
            </a:r>
            <a:r>
              <a:rPr lang="pl-PL" dirty="0" err="1"/>
              <a:t>research</a:t>
            </a:r>
            <a:endParaRPr lang="en-GB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F1F4-055B-78B1-A276-A681A208A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Książka – Robert </a:t>
            </a:r>
            <a:r>
              <a:rPr lang="pl-PL" dirty="0" err="1"/>
              <a:t>Kuznets</a:t>
            </a:r>
            <a:r>
              <a:rPr lang="pl-PL" dirty="0"/>
              <a:t> (2010) – </a:t>
            </a:r>
            <a:r>
              <a:rPr lang="pl-PL" dirty="0">
                <a:hlinkClick r:id="rId2"/>
              </a:rPr>
              <a:t>wideo</a:t>
            </a:r>
            <a:endParaRPr lang="pl-PL" dirty="0"/>
          </a:p>
          <a:p>
            <a:pPr lvl="1"/>
            <a:r>
              <a:rPr lang="pl-PL" dirty="0"/>
              <a:t>Badanie wpisów z grup Google dotyczących kawy.</a:t>
            </a:r>
          </a:p>
          <a:p>
            <a:pPr lvl="1"/>
            <a:endParaRPr lang="pl-PL" dirty="0"/>
          </a:p>
          <a:p>
            <a:r>
              <a:rPr lang="pl-PL" dirty="0"/>
              <a:t>Stan bieżący – wszystko co obserwujemy w portalu np. Twitter, </a:t>
            </a:r>
            <a:r>
              <a:rPr lang="pl-PL" dirty="0" err="1"/>
              <a:t>Youtube</a:t>
            </a:r>
            <a:r>
              <a:rPr lang="pl-PL" dirty="0"/>
              <a:t>, Facebook, może być przeszukiwane w sposób zautomatyzowany  </a:t>
            </a:r>
          </a:p>
          <a:p>
            <a:pPr lvl="1"/>
            <a:r>
              <a:rPr lang="pl-PL" dirty="0"/>
              <a:t>Przykładowe dane w plikach xls. </a:t>
            </a:r>
          </a:p>
          <a:p>
            <a:pPr lvl="1"/>
            <a:endParaRPr lang="pl-PL" dirty="0"/>
          </a:p>
          <a:p>
            <a:r>
              <a:rPr lang="pl-PL" dirty="0"/>
              <a:t>Pobieranie danych przy pomocy Power Query: </a:t>
            </a:r>
          </a:p>
          <a:p>
            <a:pPr lvl="1"/>
            <a:r>
              <a:rPr lang="pl-PL" dirty="0" err="1"/>
              <a:t>Youtube</a:t>
            </a:r>
            <a:r>
              <a:rPr lang="pl-PL" dirty="0"/>
              <a:t>: </a:t>
            </a:r>
            <a:r>
              <a:rPr lang="pl-PL" dirty="0">
                <a:hlinkClick r:id="rId3"/>
              </a:rPr>
              <a:t>https://youtu.be/32rc5eolYiY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Twitter: </a:t>
            </a:r>
            <a:r>
              <a:rPr lang="pl-PL" dirty="0">
                <a:hlinkClick r:id="rId4"/>
              </a:rPr>
              <a:t>https://youtu.be/82gvY0d55fw</a:t>
            </a:r>
            <a:r>
              <a:rPr lang="pl-PL" dirty="0"/>
              <a:t> </a:t>
            </a:r>
          </a:p>
          <a:p>
            <a:pPr lvl="1"/>
            <a:endParaRPr lang="en-GB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884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9DEFD-D9BB-0497-5EAA-A1E4E4D7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l-PL" dirty="0"/>
              <a:t>Co możemy zrobić z tekstami? </a:t>
            </a:r>
            <a:endParaRPr lang="en-GB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B40411-41BB-8ECC-8490-90BFDA278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49444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04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445-F592-E52D-57C8-A49072E0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Przykłady zastosowań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5A68-EF8C-2A68-E2F0-069AA683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Covid-19 – częstotliwość pisania o objawach </a:t>
            </a:r>
          </a:p>
          <a:p>
            <a:endParaRPr lang="pl-PL" dirty="0"/>
          </a:p>
          <a:p>
            <a:r>
              <a:rPr lang="pl-PL" dirty="0"/>
              <a:t>Ocena zaangażowania wyborczego – ilość </a:t>
            </a:r>
            <a:r>
              <a:rPr lang="pl-PL" dirty="0" err="1"/>
              <a:t>tweetów</a:t>
            </a:r>
            <a:r>
              <a:rPr lang="pl-PL" dirty="0"/>
              <a:t>, poziom emocji </a:t>
            </a:r>
          </a:p>
          <a:p>
            <a:endParaRPr lang="en-GB" dirty="0"/>
          </a:p>
        </p:txBody>
      </p:sp>
      <p:pic>
        <p:nvPicPr>
          <p:cNvPr id="5" name="Picture 4" descr="Zygzak — wiersz wskaźnika">
            <a:extLst>
              <a:ext uri="{FF2B5EF4-FFF2-40B4-BE49-F238E27FC236}">
                <a16:creationId xmlns:a16="http://schemas.microsoft.com/office/drawing/2014/main" id="{CCCE814E-22D3-122E-B18D-48D13BA1B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22" r="26168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360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E1584-4AA7-B36A-C82A-1532DCC63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/>
              <a:t>Rekrutacja do wypełniania ankiet </a:t>
            </a:r>
            <a:endParaRPr lang="en-GB" dirty="0"/>
          </a:p>
        </p:txBody>
      </p:sp>
      <p:sp>
        <p:nvSpPr>
          <p:cNvPr id="44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45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56384-CC41-2F7D-D49E-1CE461D4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Serwisy </a:t>
            </a:r>
            <a:r>
              <a:rPr lang="pl-PL" dirty="0" err="1"/>
              <a:t>Social</a:t>
            </a:r>
            <a:r>
              <a:rPr lang="pl-PL" dirty="0"/>
              <a:t> media żyją z </a:t>
            </a:r>
            <a:r>
              <a:rPr lang="pl-PL" dirty="0" err="1"/>
              <a:t>targetowania</a:t>
            </a:r>
            <a:r>
              <a:rPr lang="pl-PL" dirty="0"/>
              <a:t> treści: </a:t>
            </a:r>
          </a:p>
          <a:p>
            <a:pPr lvl="1"/>
            <a:r>
              <a:rPr lang="pl-PL" dirty="0"/>
              <a:t>Analytics.twitter.com</a:t>
            </a:r>
          </a:p>
          <a:p>
            <a:pPr lvl="1"/>
            <a:r>
              <a:rPr lang="pl-PL" dirty="0"/>
              <a:t>S</a:t>
            </a:r>
            <a:r>
              <a:rPr lang="en-GB" dirty="0"/>
              <a:t>tudio.youtube.com</a:t>
            </a:r>
            <a:endParaRPr lang="pl-PL" dirty="0"/>
          </a:p>
          <a:p>
            <a:pPr lvl="1"/>
            <a:r>
              <a:rPr lang="pl-PL" dirty="0"/>
              <a:t>Business.facebook.com</a:t>
            </a:r>
          </a:p>
          <a:p>
            <a:pPr lvl="1"/>
            <a:endParaRPr lang="pl-PL" dirty="0"/>
          </a:p>
          <a:p>
            <a:r>
              <a:rPr lang="pl-PL" dirty="0"/>
              <a:t>Koszt kampanii w zależności od grupy docelowej i czasu trwania. </a:t>
            </a:r>
          </a:p>
          <a:p>
            <a:endParaRPr lang="pl-PL" dirty="0"/>
          </a:p>
        </p:txBody>
      </p:sp>
      <p:sp>
        <p:nvSpPr>
          <p:cNvPr id="46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722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CFDC-9E69-3D53-CFE5-0A6CB8DC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Kampanie kierowane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E295BB6-32D6-524C-30D1-0DB9754C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1500" err="1"/>
              <a:t>Ramo</a:t>
            </a:r>
            <a:r>
              <a:rPr lang="en-GB" sz="1500"/>
              <a:t> and Prochaska (2012)</a:t>
            </a:r>
            <a:r>
              <a:rPr lang="pl-PL" sz="1500"/>
              <a:t>: 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Grupa </a:t>
            </a:r>
            <a:r>
              <a:rPr lang="en-GB" sz="1500"/>
              <a:t>18-25</a:t>
            </a:r>
            <a:r>
              <a:rPr lang="pl-PL" sz="1500"/>
              <a:t> – kierowana kampania, 3 miesiące reklam</a:t>
            </a:r>
            <a:r>
              <a:rPr lang="en-GB" sz="1500"/>
              <a:t> </a:t>
            </a:r>
            <a:endParaRPr lang="pl-PL" sz="1500"/>
          </a:p>
          <a:p>
            <a:pPr lvl="1">
              <a:lnSpc>
                <a:spcPct val="90000"/>
              </a:lnSpc>
            </a:pPr>
            <a:r>
              <a:rPr lang="pl-PL" sz="1500"/>
              <a:t>Ankiety: </a:t>
            </a:r>
            <a:r>
              <a:rPr lang="en-GB" sz="1500"/>
              <a:t>3,093</a:t>
            </a:r>
            <a:r>
              <a:rPr lang="pl-PL" sz="1500"/>
              <a:t> użytkowników, </a:t>
            </a:r>
            <a:r>
              <a:rPr lang="en-GB" sz="1500"/>
              <a:t>1,548 </a:t>
            </a:r>
            <a:r>
              <a:rPr lang="pl-PL" sz="1500"/>
              <a:t>poprawnie wypełnionych ankiet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Koszt </a:t>
            </a:r>
            <a:r>
              <a:rPr lang="en-GB" sz="1500"/>
              <a:t>4</a:t>
            </a:r>
            <a:r>
              <a:rPr lang="pl-PL" sz="1500"/>
              <a:t>,</a:t>
            </a:r>
            <a:r>
              <a:rPr lang="en-GB" sz="1500"/>
              <a:t>28 </a:t>
            </a:r>
            <a:r>
              <a:rPr lang="pl-PL" sz="1500"/>
              <a:t>USD  / sztuka </a:t>
            </a:r>
            <a:r>
              <a:rPr lang="en-GB" sz="1500"/>
              <a:t>.</a:t>
            </a:r>
            <a:endParaRPr lang="pl-PL" sz="1500"/>
          </a:p>
          <a:p>
            <a:pPr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en-GB" sz="1500"/>
              <a:t>Wolter, and </a:t>
            </a:r>
            <a:r>
              <a:rPr lang="en-GB" sz="1500" err="1"/>
              <a:t>Bilgen</a:t>
            </a:r>
            <a:r>
              <a:rPr lang="en-GB" sz="1500"/>
              <a:t> (2012) </a:t>
            </a:r>
            <a:endParaRPr lang="pl-PL" sz="1500"/>
          </a:p>
          <a:p>
            <a:pPr lvl="1">
              <a:lnSpc>
                <a:spcPct val="90000"/>
              </a:lnSpc>
            </a:pPr>
            <a:r>
              <a:rPr lang="pl-PL" sz="1500"/>
              <a:t>Kampania niekierowana 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Więcej młodszych użytkowników weszło na stronę, ale nie wypełniało ankiety</a:t>
            </a:r>
            <a:r>
              <a:rPr lang="en-GB" sz="1500"/>
              <a:t>.</a:t>
            </a:r>
            <a:endParaRPr lang="pl-PL" sz="1500"/>
          </a:p>
          <a:p>
            <a:pPr lvl="1">
              <a:lnSpc>
                <a:spcPct val="90000"/>
              </a:lnSpc>
            </a:pPr>
            <a:r>
              <a:rPr lang="pl-PL" sz="1500"/>
              <a:t>Dłuższy okres zbierania danych i dwukrotnie większy koszt badania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pl-PL" sz="1500"/>
          </a:p>
        </p:txBody>
      </p:sp>
      <p:pic>
        <p:nvPicPr>
          <p:cNvPr id="17" name="Picture 4" descr="Tabela okresowa — ilustracja">
            <a:extLst>
              <a:ext uri="{FF2B5EF4-FFF2-40B4-BE49-F238E27FC236}">
                <a16:creationId xmlns:a16="http://schemas.microsoft.com/office/drawing/2014/main" id="{28E48C04-6B1D-7406-5EE0-5292B0AFA5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334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8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3282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upa przedstawiająca spadek wydajności">
            <a:extLst>
              <a:ext uri="{FF2B5EF4-FFF2-40B4-BE49-F238E27FC236}">
                <a16:creationId xmlns:a16="http://schemas.microsoft.com/office/drawing/2014/main" id="{8A5741CB-43B0-2E18-61D0-841B0A8786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9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3547EF-5995-6A1A-A800-1A6CF4E8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AB testy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F343-7EC2-D766-CDAE-ED2F1197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O co chodzi: Badamy proste reakcje na nasz interfejs.</a:t>
            </a:r>
          </a:p>
          <a:p>
            <a:pPr lvl="1"/>
            <a:r>
              <a:rPr lang="pl-PL" dirty="0"/>
              <a:t>Dwie grupy respondentów otrzymują inny wygląd ankiety</a:t>
            </a:r>
          </a:p>
          <a:p>
            <a:pPr lvl="1"/>
            <a:r>
              <a:rPr lang="pl-PL" dirty="0"/>
              <a:t>Sprawdzamy, czy niewielkie zmiany przekładają się na statystycznie różne wyniki.</a:t>
            </a:r>
          </a:p>
          <a:p>
            <a:pPr lvl="1"/>
            <a:endParaRPr lang="pl-PL" dirty="0"/>
          </a:p>
          <a:p>
            <a:r>
              <a:rPr lang="pl-PL" dirty="0"/>
              <a:t>Analityka: test t-studenta</a:t>
            </a:r>
          </a:p>
          <a:p>
            <a:pPr lvl="1"/>
            <a:endParaRPr lang="pl-P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4118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03BE-D7A4-07B4-BE69-DA148394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Amazon </a:t>
            </a:r>
            <a:r>
              <a:rPr lang="pl-PL" dirty="0" err="1"/>
              <a:t>Turk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2537-4847-EC6D-675D-03A576818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Mało znany </a:t>
            </a:r>
            <a:r>
              <a:rPr lang="pl-PL" dirty="0" err="1"/>
              <a:t>site</a:t>
            </a:r>
            <a:r>
              <a:rPr lang="pl-PL" dirty="0"/>
              <a:t> w Polsce. </a:t>
            </a:r>
          </a:p>
          <a:p>
            <a:pPr lvl="1"/>
            <a:r>
              <a:rPr lang="pl-PL" dirty="0"/>
              <a:t>Możliwość zlecania prostych prac internautom z całego świata </a:t>
            </a:r>
          </a:p>
          <a:p>
            <a:pPr lvl="1"/>
            <a:endParaRPr lang="pl-PL" dirty="0"/>
          </a:p>
          <a:p>
            <a:r>
              <a:rPr lang="pl-PL" dirty="0"/>
              <a:t>Link: </a:t>
            </a:r>
            <a:r>
              <a:rPr lang="en-GB" dirty="0">
                <a:hlinkClick r:id="rId2"/>
              </a:rPr>
              <a:t>https://www.mturk.com/</a:t>
            </a:r>
            <a:r>
              <a:rPr lang="pl-PL" dirty="0"/>
              <a:t> </a:t>
            </a:r>
            <a:endParaRPr lang="en-GB" dirty="0"/>
          </a:p>
        </p:txBody>
      </p:sp>
      <p:pic>
        <p:nvPicPr>
          <p:cNvPr id="27" name="Picture 4" descr="Widok z lotu ptaka rzeki w Lush lesie">
            <a:extLst>
              <a:ext uri="{FF2B5EF4-FFF2-40B4-BE49-F238E27FC236}">
                <a16:creationId xmlns:a16="http://schemas.microsoft.com/office/drawing/2014/main" id="{149617CF-BF62-0184-6AD4-86800FDB0C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94" r="19796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8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1108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33B8-135C-5E7E-2524-47BC6E23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Google Trend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1E5C1-0BB3-875F-7C25-DDCC698C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Popularność haseł</a:t>
            </a:r>
          </a:p>
          <a:p>
            <a:endParaRPr lang="pl-PL" dirty="0"/>
          </a:p>
          <a:p>
            <a:r>
              <a:rPr lang="pl-PL" dirty="0"/>
              <a:t>Link: </a:t>
            </a:r>
            <a:r>
              <a:rPr lang="en-GB" dirty="0">
                <a:hlinkClick r:id="rId2"/>
              </a:rPr>
              <a:t>https://trends.google.pl/trends/?geo=PL</a:t>
            </a:r>
            <a:r>
              <a:rPr lang="pl-PL" dirty="0"/>
              <a:t> </a:t>
            </a:r>
            <a:endParaRPr lang="en-GB" dirty="0"/>
          </a:p>
        </p:txBody>
      </p:sp>
      <p:pic>
        <p:nvPicPr>
          <p:cNvPr id="5" name="Picture 4" descr="Flaga lokalizatora na mapie miasta">
            <a:extLst>
              <a:ext uri="{FF2B5EF4-FFF2-40B4-BE49-F238E27FC236}">
                <a16:creationId xmlns:a16="http://schemas.microsoft.com/office/drawing/2014/main" id="{E92B081D-43B5-677F-199B-BED8800B8B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8" r="45081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3270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322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Open Sans</vt:lpstr>
      <vt:lpstr>Trebuchet MS</vt:lpstr>
      <vt:lpstr>Wingdings 3</vt:lpstr>
      <vt:lpstr>Facet</vt:lpstr>
      <vt:lpstr>Social media w badaniach sondażowych</vt:lpstr>
      <vt:lpstr>Źródło </vt:lpstr>
      <vt:lpstr>Netnografia – desk research</vt:lpstr>
      <vt:lpstr>Co możemy zrobić z tekstami? </vt:lpstr>
      <vt:lpstr>Przykłady zastosowań </vt:lpstr>
      <vt:lpstr>Rekrutacja do wypełniania ankiet </vt:lpstr>
      <vt:lpstr>Kampanie kierowane</vt:lpstr>
      <vt:lpstr>AB testy</vt:lpstr>
      <vt:lpstr>Amazon Turk</vt:lpstr>
      <vt:lpstr>Google Trend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2022-11-16T19:54:39Z</dcterms:created>
  <dcterms:modified xsi:type="dcterms:W3CDTF">2022-11-16T21:53:51Z</dcterms:modified>
</cp:coreProperties>
</file>